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A4DC6-0445-43B1-96F4-1483B7B8CCE1}" v="50" dt="2026-05-20T14:14:25.322"/>
    <p1510:client id="{1AC6ED60-8511-44C6-BC4E-0DDE798CA916}" v="813" dt="2026-05-21T12:49:57.164"/>
    <p1510:client id="{92F8FB25-623E-68E2-C84A-674EB08084B4}" v="546" dt="2026-05-21T12:34:36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92F8FB25-623E-68E2-C84A-674EB08084B4}"/>
    <pc:docChg chg="modSld">
      <pc:chgData name="Guest User" userId="" providerId="Windows Live" clId="Web-{92F8FB25-623E-68E2-C84A-674EB08084B4}" dt="2026-05-21T12:34:36.053" v="545" actId="1076"/>
      <pc:docMkLst>
        <pc:docMk/>
      </pc:docMkLst>
      <pc:sldChg chg="addSp delSp modSp">
        <pc:chgData name="Guest User" userId="" providerId="Windows Live" clId="Web-{92F8FB25-623E-68E2-C84A-674EB08084B4}" dt="2026-05-21T12:34:36.053" v="545" actId="1076"/>
        <pc:sldMkLst>
          <pc:docMk/>
          <pc:sldMk cId="0" sldId="271"/>
        </pc:sldMkLst>
        <pc:spChg chg="mod">
          <ac:chgData name="Guest User" userId="" providerId="Windows Live" clId="Web-{92F8FB25-623E-68E2-C84A-674EB08084B4}" dt="2026-05-21T11:39:32.694" v="4" actId="1076"/>
          <ac:spMkLst>
            <pc:docMk/>
            <pc:sldMk cId="0" sldId="271"/>
            <ac:spMk id="4" creationId="{00000000-0000-0000-0000-000000000000}"/>
          </ac:spMkLst>
        </pc:spChg>
        <pc:spChg chg="mod">
          <ac:chgData name="Guest User" userId="" providerId="Windows Live" clId="Web-{92F8FB25-623E-68E2-C84A-674EB08084B4}" dt="2026-05-21T11:41:31.526" v="36" actId="1076"/>
          <ac:spMkLst>
            <pc:docMk/>
            <pc:sldMk cId="0" sldId="271"/>
            <ac:spMk id="5" creationId="{00000000-0000-0000-0000-000000000000}"/>
          </ac:spMkLst>
        </pc:spChg>
        <pc:spChg chg="del">
          <ac:chgData name="Guest User" userId="" providerId="Windows Live" clId="Web-{92F8FB25-623E-68E2-C84A-674EB08084B4}" dt="2026-05-21T12:06:45.780" v="301"/>
          <ac:spMkLst>
            <pc:docMk/>
            <pc:sldMk cId="0" sldId="271"/>
            <ac:spMk id="9" creationId="{00000000-0000-0000-0000-000000000000}"/>
          </ac:spMkLst>
        </pc:spChg>
        <pc:spChg chg="del">
          <ac:chgData name="Guest User" userId="" providerId="Windows Live" clId="Web-{92F8FB25-623E-68E2-C84A-674EB08084B4}" dt="2026-05-21T12:06:44.780" v="300"/>
          <ac:spMkLst>
            <pc:docMk/>
            <pc:sldMk cId="0" sldId="271"/>
            <ac:spMk id="10" creationId="{00000000-0000-0000-0000-000000000000}"/>
          </ac:spMkLst>
        </pc:spChg>
        <pc:spChg chg="mod">
          <ac:chgData name="Guest User" userId="" providerId="Windows Live" clId="Web-{92F8FB25-623E-68E2-C84A-674EB08084B4}" dt="2026-05-21T12:07:50.110" v="336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Guest User" userId="" providerId="Windows Live" clId="Web-{92F8FB25-623E-68E2-C84A-674EB08084B4}" dt="2026-05-21T12:07:50.141" v="337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Guest User" userId="" providerId="Windows Live" clId="Web-{92F8FB25-623E-68E2-C84A-674EB08084B4}" dt="2026-05-21T12:07:50.172" v="338" actId="107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Guest User" userId="" providerId="Windows Live" clId="Web-{92F8FB25-623E-68E2-C84A-674EB08084B4}" dt="2026-05-21T12:07:50.204" v="339" actId="107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Guest User" userId="" providerId="Windows Live" clId="Web-{92F8FB25-623E-68E2-C84A-674EB08084B4}" dt="2026-05-21T12:07:50.235" v="340" actId="1076"/>
          <ac:spMkLst>
            <pc:docMk/>
            <pc:sldMk cId="0" sldId="271"/>
            <ac:spMk id="16" creationId="{00000000-0000-0000-0000-000000000000}"/>
          </ac:spMkLst>
        </pc:spChg>
        <pc:spChg chg="add mod">
          <ac:chgData name="Guest User" userId="" providerId="Windows Live" clId="Web-{92F8FB25-623E-68E2-C84A-674EB08084B4}" dt="2026-05-21T12:08:15.986" v="355" actId="1076"/>
          <ac:spMkLst>
            <pc:docMk/>
            <pc:sldMk cId="0" sldId="271"/>
            <ac:spMk id="17" creationId="{5C9A3DDA-1B24-6B8A-E342-BD0E737DA582}"/>
          </ac:spMkLst>
        </pc:spChg>
        <pc:spChg chg="add mod">
          <ac:chgData name="Guest User" userId="" providerId="Windows Live" clId="Web-{92F8FB25-623E-68E2-C84A-674EB08084B4}" dt="2026-05-21T12:08:16.017" v="356" actId="1076"/>
          <ac:spMkLst>
            <pc:docMk/>
            <pc:sldMk cId="0" sldId="271"/>
            <ac:spMk id="18" creationId="{A1A50A26-FA9E-E582-6D46-C0BD81F01C30}"/>
          </ac:spMkLst>
        </pc:spChg>
        <pc:spChg chg="mod">
          <ac:chgData name="Guest User" userId="" providerId="Windows Live" clId="Web-{92F8FB25-623E-68E2-C84A-674EB08084B4}" dt="2026-05-21T12:07:50.266" v="341" actId="1076"/>
          <ac:spMkLst>
            <pc:docMk/>
            <pc:sldMk cId="0" sldId="271"/>
            <ac:spMk id="19" creationId="{00000000-0000-0000-0000-000000000000}"/>
          </ac:spMkLst>
        </pc:spChg>
        <pc:spChg chg="add mod">
          <ac:chgData name="Guest User" userId="" providerId="Windows Live" clId="Web-{92F8FB25-623E-68E2-C84A-674EB08084B4}" dt="2026-05-21T12:08:16.048" v="357" actId="1076"/>
          <ac:spMkLst>
            <pc:docMk/>
            <pc:sldMk cId="0" sldId="271"/>
            <ac:spMk id="20" creationId="{9CB8D38A-1D8A-7898-8378-198E7EB37283}"/>
          </ac:spMkLst>
        </pc:spChg>
        <pc:spChg chg="add mod">
          <ac:chgData name="Guest User" userId="" providerId="Windows Live" clId="Web-{92F8FB25-623E-68E2-C84A-674EB08084B4}" dt="2026-05-21T12:15:12.749" v="514" actId="1076"/>
          <ac:spMkLst>
            <pc:docMk/>
            <pc:sldMk cId="0" sldId="271"/>
            <ac:spMk id="21" creationId="{EFCC9846-E1CF-8F78-5252-7880CFBC9512}"/>
          </ac:spMkLst>
        </pc:spChg>
        <pc:spChg chg="add mod">
          <ac:chgData name="Guest User" userId="" providerId="Windows Live" clId="Web-{92F8FB25-623E-68E2-C84A-674EB08084B4}" dt="2026-05-21T12:15:16.015" v="515" actId="1076"/>
          <ac:spMkLst>
            <pc:docMk/>
            <pc:sldMk cId="0" sldId="271"/>
            <ac:spMk id="22" creationId="{6104C7BD-68F3-4BCC-317B-3D620DAFAA24}"/>
          </ac:spMkLst>
        </pc:spChg>
        <pc:spChg chg="add del">
          <ac:chgData name="Guest User" userId="" providerId="Windows Live" clId="Web-{92F8FB25-623E-68E2-C84A-674EB08084B4}" dt="2026-05-21T11:59:10.546" v="262"/>
          <ac:spMkLst>
            <pc:docMk/>
            <pc:sldMk cId="0" sldId="271"/>
            <ac:spMk id="23" creationId="{DAB08674-9837-FFF8-EBB5-56E3BC981B02}"/>
          </ac:spMkLst>
        </pc:spChg>
        <pc:spChg chg="mod">
          <ac:chgData name="Guest User" userId="" providerId="Windows Live" clId="Web-{92F8FB25-623E-68E2-C84A-674EB08084B4}" dt="2026-05-21T12:07:56.297" v="348" actId="1076"/>
          <ac:spMkLst>
            <pc:docMk/>
            <pc:sldMk cId="0" sldId="271"/>
            <ac:spMk id="24" creationId="{00000000-0000-0000-0000-000000000000}"/>
          </ac:spMkLst>
        </pc:spChg>
        <pc:spChg chg="add del">
          <ac:chgData name="Guest User" userId="" providerId="Windows Live" clId="Web-{92F8FB25-623E-68E2-C84A-674EB08084B4}" dt="2026-05-21T11:59:10.546" v="261"/>
          <ac:spMkLst>
            <pc:docMk/>
            <pc:sldMk cId="0" sldId="271"/>
            <ac:spMk id="25" creationId="{8E82A693-066A-BB49-1C0F-F13E16026104}"/>
          </ac:spMkLst>
        </pc:spChg>
        <pc:spChg chg="add del">
          <ac:chgData name="Guest User" userId="" providerId="Windows Live" clId="Web-{92F8FB25-623E-68E2-C84A-674EB08084B4}" dt="2026-05-21T11:59:10.546" v="260"/>
          <ac:spMkLst>
            <pc:docMk/>
            <pc:sldMk cId="0" sldId="271"/>
            <ac:spMk id="26" creationId="{81E8D92B-36F6-14DC-0305-C42982656AF7}"/>
          </ac:spMkLst>
        </pc:spChg>
        <pc:spChg chg="add del">
          <ac:chgData name="Guest User" userId="" providerId="Windows Live" clId="Web-{92F8FB25-623E-68E2-C84A-674EB08084B4}" dt="2026-05-21T11:59:10.546" v="259"/>
          <ac:spMkLst>
            <pc:docMk/>
            <pc:sldMk cId="0" sldId="271"/>
            <ac:spMk id="27" creationId="{DB78D864-C5A2-1746-99C6-34A113E9A757}"/>
          </ac:spMkLst>
        </pc:spChg>
        <pc:spChg chg="add del">
          <ac:chgData name="Guest User" userId="" providerId="Windows Live" clId="Web-{92F8FB25-623E-68E2-C84A-674EB08084B4}" dt="2026-05-21T11:59:10.546" v="258"/>
          <ac:spMkLst>
            <pc:docMk/>
            <pc:sldMk cId="0" sldId="271"/>
            <ac:spMk id="28" creationId="{E3CD8104-821E-5A90-E901-02C41DCECE17}"/>
          </ac:spMkLst>
        </pc:spChg>
        <pc:spChg chg="add del">
          <ac:chgData name="Guest User" userId="" providerId="Windows Live" clId="Web-{92F8FB25-623E-68E2-C84A-674EB08084B4}" dt="2026-05-21T11:59:10.546" v="257"/>
          <ac:spMkLst>
            <pc:docMk/>
            <pc:sldMk cId="0" sldId="271"/>
            <ac:spMk id="29" creationId="{E8380BE5-A749-DEC1-BCBD-D409DFBF2656}"/>
          </ac:spMkLst>
        </pc:spChg>
        <pc:spChg chg="add mod">
          <ac:chgData name="Guest User" userId="" providerId="Windows Live" clId="Web-{92F8FB25-623E-68E2-C84A-674EB08084B4}" dt="2026-05-21T12:07:50.297" v="342" actId="1076"/>
          <ac:spMkLst>
            <pc:docMk/>
            <pc:sldMk cId="0" sldId="271"/>
            <ac:spMk id="30" creationId="{D41A3858-249D-433A-C522-72C098F853B7}"/>
          </ac:spMkLst>
        </pc:spChg>
        <pc:spChg chg="add mod">
          <ac:chgData name="Guest User" userId="" providerId="Windows Live" clId="Web-{92F8FB25-623E-68E2-C84A-674EB08084B4}" dt="2026-05-21T12:07:50.329" v="343" actId="1076"/>
          <ac:spMkLst>
            <pc:docMk/>
            <pc:sldMk cId="0" sldId="271"/>
            <ac:spMk id="31" creationId="{CFE94EAD-0A9A-FDAF-C23F-EF1375063E0E}"/>
          </ac:spMkLst>
        </pc:spChg>
        <pc:spChg chg="del mod">
          <ac:chgData name="Guest User" userId="" providerId="Windows Live" clId="Web-{92F8FB25-623E-68E2-C84A-674EB08084B4}" dt="2026-05-21T12:06:48.342" v="304"/>
          <ac:spMkLst>
            <pc:docMk/>
            <pc:sldMk cId="0" sldId="271"/>
            <ac:spMk id="32" creationId="{00000000-0000-0000-0000-000000000000}"/>
          </ac:spMkLst>
        </pc:spChg>
        <pc:spChg chg="add mod">
          <ac:chgData name="Guest User" userId="" providerId="Windows Live" clId="Web-{92F8FB25-623E-68E2-C84A-674EB08084B4}" dt="2026-05-21T12:07:50.360" v="344" actId="1076"/>
          <ac:spMkLst>
            <pc:docMk/>
            <pc:sldMk cId="0" sldId="271"/>
            <ac:spMk id="33" creationId="{1E7FF256-13C3-A165-9866-396B99119EB2}"/>
          </ac:spMkLst>
        </pc:spChg>
        <pc:spChg chg="add mod">
          <ac:chgData name="Guest User" userId="" providerId="Windows Live" clId="Web-{92F8FB25-623E-68E2-C84A-674EB08084B4}" dt="2026-05-21T12:07:50.407" v="345" actId="1076"/>
          <ac:spMkLst>
            <pc:docMk/>
            <pc:sldMk cId="0" sldId="271"/>
            <ac:spMk id="34" creationId="{4EFFEEA4-AE83-EB0A-034F-13D75D361806}"/>
          </ac:spMkLst>
        </pc:spChg>
        <pc:spChg chg="add mod">
          <ac:chgData name="Guest User" userId="" providerId="Windows Live" clId="Web-{92F8FB25-623E-68E2-C84A-674EB08084B4}" dt="2026-05-21T12:15:02.561" v="513" actId="1076"/>
          <ac:spMkLst>
            <pc:docMk/>
            <pc:sldMk cId="0" sldId="271"/>
            <ac:spMk id="35" creationId="{26538C8B-FC07-3E6A-3D60-06EDA6ABA0A4}"/>
          </ac:spMkLst>
        </pc:spChg>
        <pc:spChg chg="add mod">
          <ac:chgData name="Guest User" userId="" providerId="Windows Live" clId="Web-{92F8FB25-623E-68E2-C84A-674EB08084B4}" dt="2026-05-21T12:14:49.592" v="511" actId="1076"/>
          <ac:spMkLst>
            <pc:docMk/>
            <pc:sldMk cId="0" sldId="271"/>
            <ac:spMk id="36" creationId="{26664F6F-D525-DEE5-3DD0-659D7605DCA2}"/>
          </ac:spMkLst>
        </pc:spChg>
        <pc:spChg chg="add del">
          <ac:chgData name="Guest User" userId="" providerId="Windows Live" clId="Web-{92F8FB25-623E-68E2-C84A-674EB08084B4}" dt="2026-05-21T12:34:30.553" v="531"/>
          <ac:spMkLst>
            <pc:docMk/>
            <pc:sldMk cId="0" sldId="271"/>
            <ac:spMk id="38" creationId="{CE48F257-D9EC-5141-7A20-34A9D2BE40B5}"/>
          </ac:spMkLst>
        </pc:spChg>
        <pc:spChg chg="add del">
          <ac:chgData name="Guest User" userId="" providerId="Windows Live" clId="Web-{92F8FB25-623E-68E2-C84A-674EB08084B4}" dt="2026-05-21T12:34:30.553" v="530"/>
          <ac:spMkLst>
            <pc:docMk/>
            <pc:sldMk cId="0" sldId="271"/>
            <ac:spMk id="40" creationId="{FF1C1D92-ED40-AF5A-D166-7E8A1BE267EB}"/>
          </ac:spMkLst>
        </pc:spChg>
        <pc:spChg chg="add del">
          <ac:chgData name="Guest User" userId="" providerId="Windows Live" clId="Web-{92F8FB25-623E-68E2-C84A-674EB08084B4}" dt="2026-05-21T12:34:30.553" v="529"/>
          <ac:spMkLst>
            <pc:docMk/>
            <pc:sldMk cId="0" sldId="271"/>
            <ac:spMk id="42" creationId="{8BBA49D0-6753-85BD-69DB-3DC892156DC5}"/>
          </ac:spMkLst>
        </pc:spChg>
        <pc:spChg chg="add del mod">
          <ac:chgData name="Guest User" userId="" providerId="Windows Live" clId="Web-{92F8FB25-623E-68E2-C84A-674EB08084B4}" dt="2026-05-21T12:34:30.553" v="528"/>
          <ac:spMkLst>
            <pc:docMk/>
            <pc:sldMk cId="0" sldId="271"/>
            <ac:spMk id="44" creationId="{ED52A6E3-7D1B-37A4-AD72-C92C6179CFE2}"/>
          </ac:spMkLst>
        </pc:spChg>
        <pc:spChg chg="add del">
          <ac:chgData name="Guest User" userId="" providerId="Windows Live" clId="Web-{92F8FB25-623E-68E2-C84A-674EB08084B4}" dt="2026-05-21T12:34:30.553" v="527"/>
          <ac:spMkLst>
            <pc:docMk/>
            <pc:sldMk cId="0" sldId="271"/>
            <ac:spMk id="46" creationId="{0E6CE217-4E96-459C-A8FF-1375D1A2F665}"/>
          </ac:spMkLst>
        </pc:spChg>
        <pc:spChg chg="add del">
          <ac:chgData name="Guest User" userId="" providerId="Windows Live" clId="Web-{92F8FB25-623E-68E2-C84A-674EB08084B4}" dt="2026-05-21T12:34:30.553" v="526"/>
          <ac:spMkLst>
            <pc:docMk/>
            <pc:sldMk cId="0" sldId="271"/>
            <ac:spMk id="48" creationId="{D0779BF6-9A99-B9BE-D264-75E0E9561B8C}"/>
          </ac:spMkLst>
        </pc:spChg>
        <pc:spChg chg="add del">
          <ac:chgData name="Guest User" userId="" providerId="Windows Live" clId="Web-{92F8FB25-623E-68E2-C84A-674EB08084B4}" dt="2026-05-21T12:34:30.553" v="525"/>
          <ac:spMkLst>
            <pc:docMk/>
            <pc:sldMk cId="0" sldId="271"/>
            <ac:spMk id="50" creationId="{B35D1C42-B6EA-428B-143E-FDC8BB2AA868}"/>
          </ac:spMkLst>
        </pc:spChg>
        <pc:spChg chg="add mod">
          <ac:chgData name="Guest User" userId="" providerId="Windows Live" clId="Web-{92F8FB25-623E-68E2-C84A-674EB08084B4}" dt="2026-05-21T12:34:35.928" v="539" actId="1076"/>
          <ac:spMkLst>
            <pc:docMk/>
            <pc:sldMk cId="0" sldId="271"/>
            <ac:spMk id="52" creationId="{27F53377-62D6-C9E7-C555-655D889E287D}"/>
          </ac:spMkLst>
        </pc:spChg>
        <pc:spChg chg="add mod">
          <ac:chgData name="Guest User" userId="" providerId="Windows Live" clId="Web-{92F8FB25-623E-68E2-C84A-674EB08084B4}" dt="2026-05-21T12:34:35.959" v="540" actId="1076"/>
          <ac:spMkLst>
            <pc:docMk/>
            <pc:sldMk cId="0" sldId="271"/>
            <ac:spMk id="54" creationId="{AD2212F2-1260-35FE-B00D-0E527C2BC5C2}"/>
          </ac:spMkLst>
        </pc:spChg>
        <pc:spChg chg="add mod">
          <ac:chgData name="Guest User" userId="" providerId="Windows Live" clId="Web-{92F8FB25-623E-68E2-C84A-674EB08084B4}" dt="2026-05-21T12:34:35.975" v="541" actId="1076"/>
          <ac:spMkLst>
            <pc:docMk/>
            <pc:sldMk cId="0" sldId="271"/>
            <ac:spMk id="56" creationId="{3440F8DE-A14A-0AD0-22C7-EC9797CDBD2A}"/>
          </ac:spMkLst>
        </pc:spChg>
        <pc:spChg chg="add mod">
          <ac:chgData name="Guest User" userId="" providerId="Windows Live" clId="Web-{92F8FB25-623E-68E2-C84A-674EB08084B4}" dt="2026-05-21T12:34:35.991" v="542" actId="1076"/>
          <ac:spMkLst>
            <pc:docMk/>
            <pc:sldMk cId="0" sldId="271"/>
            <ac:spMk id="58" creationId="{27E48A7F-D279-C66E-4AF8-9557DEC06268}"/>
          </ac:spMkLst>
        </pc:spChg>
        <pc:spChg chg="add mod">
          <ac:chgData name="Guest User" userId="" providerId="Windows Live" clId="Web-{92F8FB25-623E-68E2-C84A-674EB08084B4}" dt="2026-05-21T12:34:36.006" v="543" actId="1076"/>
          <ac:spMkLst>
            <pc:docMk/>
            <pc:sldMk cId="0" sldId="271"/>
            <ac:spMk id="60" creationId="{F4CE7245-16E1-4681-0C20-B2F3F63A1F44}"/>
          </ac:spMkLst>
        </pc:spChg>
        <pc:spChg chg="add mod">
          <ac:chgData name="Guest User" userId="" providerId="Windows Live" clId="Web-{92F8FB25-623E-68E2-C84A-674EB08084B4}" dt="2026-05-21T12:34:36.022" v="544" actId="1076"/>
          <ac:spMkLst>
            <pc:docMk/>
            <pc:sldMk cId="0" sldId="271"/>
            <ac:spMk id="62" creationId="{6991E164-B8E1-1831-8244-F685DD2577C3}"/>
          </ac:spMkLst>
        </pc:spChg>
        <pc:spChg chg="add mod">
          <ac:chgData name="Guest User" userId="" providerId="Windows Live" clId="Web-{92F8FB25-623E-68E2-C84A-674EB08084B4}" dt="2026-05-21T12:34:36.053" v="545" actId="1076"/>
          <ac:spMkLst>
            <pc:docMk/>
            <pc:sldMk cId="0" sldId="271"/>
            <ac:spMk id="64" creationId="{2A87ECD0-AD67-6AB1-DAD9-A8F704B2383D}"/>
          </ac:spMkLst>
        </pc:spChg>
      </pc:sldChg>
    </pc:docChg>
  </pc:docChgLst>
  <pc:docChgLst>
    <pc:chgData name="동현 이" userId="99cd9cdf2e76de8a" providerId="LiveId" clId="{54AE4E56-73B1-49A8-9356-ED31C6BF2F97}"/>
    <pc:docChg chg="undo redo custSel addSld delSld modSld sldOrd">
      <pc:chgData name="동현 이" userId="99cd9cdf2e76de8a" providerId="LiveId" clId="{54AE4E56-73B1-49A8-9356-ED31C6BF2F97}" dt="2026-05-21T12:49:57.164" v="2250" actId="113"/>
      <pc:docMkLst>
        <pc:docMk/>
      </pc:docMkLst>
      <pc:sldChg chg="modSp mod">
        <pc:chgData name="동현 이" userId="99cd9cdf2e76de8a" providerId="LiveId" clId="{54AE4E56-73B1-49A8-9356-ED31C6BF2F97}" dt="2026-05-21T12:47:38.948" v="2131" actId="207"/>
        <pc:sldMkLst>
          <pc:docMk/>
          <pc:sldMk cId="0" sldId="256"/>
        </pc:sldMkLst>
        <pc:spChg chg="mod">
          <ac:chgData name="동현 이" userId="99cd9cdf2e76de8a" providerId="LiveId" clId="{54AE4E56-73B1-49A8-9356-ED31C6BF2F97}" dt="2026-05-21T12:47:38.948" v="2131" actId="20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동현 이" userId="99cd9cdf2e76de8a" providerId="LiveId" clId="{54AE4E56-73B1-49A8-9356-ED31C6BF2F97}" dt="2026-05-21T05:20:41.527" v="1232" actId="20577"/>
        <pc:sldMkLst>
          <pc:docMk/>
          <pc:sldMk cId="0" sldId="259"/>
        </pc:sldMkLst>
        <pc:spChg chg="mod">
          <ac:chgData name="동현 이" userId="99cd9cdf2e76de8a" providerId="LiveId" clId="{54AE4E56-73B1-49A8-9356-ED31C6BF2F97}" dt="2026-05-21T05:20:41.527" v="1232" actId="2057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동현 이" userId="99cd9cdf2e76de8a" providerId="LiveId" clId="{54AE4E56-73B1-49A8-9356-ED31C6BF2F97}" dt="2026-05-20T12:33:32.722" v="11" actId="20577"/>
          <ac:spMkLst>
            <pc:docMk/>
            <pc:sldMk cId="0" sldId="259"/>
            <ac:spMk id="25" creationId="{00000000-0000-0000-0000-000000000000}"/>
          </ac:spMkLst>
        </pc:spChg>
      </pc:sldChg>
      <pc:sldChg chg="modSp mod">
        <pc:chgData name="동현 이" userId="99cd9cdf2e76de8a" providerId="LiveId" clId="{54AE4E56-73B1-49A8-9356-ED31C6BF2F97}" dt="2026-05-21T12:46:30.370" v="2119" actId="20577"/>
        <pc:sldMkLst>
          <pc:docMk/>
          <pc:sldMk cId="0" sldId="263"/>
        </pc:sldMkLst>
        <pc:spChg chg="mod">
          <ac:chgData name="동현 이" userId="99cd9cdf2e76de8a" providerId="LiveId" clId="{54AE4E56-73B1-49A8-9356-ED31C6BF2F97}" dt="2026-05-21T12:46:30.370" v="2119" actId="20577"/>
          <ac:spMkLst>
            <pc:docMk/>
            <pc:sldMk cId="0" sldId="263"/>
            <ac:spMk id="11" creationId="{00000000-0000-0000-0000-000000000000}"/>
          </ac:spMkLst>
        </pc:spChg>
      </pc:sldChg>
      <pc:sldChg chg="modSp mod">
        <pc:chgData name="동현 이" userId="99cd9cdf2e76de8a" providerId="LiveId" clId="{54AE4E56-73B1-49A8-9356-ED31C6BF2F97}" dt="2026-05-20T14:14:25.322" v="1228" actId="20577"/>
        <pc:sldMkLst>
          <pc:docMk/>
          <pc:sldMk cId="0" sldId="264"/>
        </pc:sldMkLst>
        <pc:spChg chg="mod">
          <ac:chgData name="동현 이" userId="99cd9cdf2e76de8a" providerId="LiveId" clId="{54AE4E56-73B1-49A8-9356-ED31C6BF2F97}" dt="2026-05-20T14:14:25.322" v="1228" actId="20577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동현 이" userId="99cd9cdf2e76de8a" providerId="LiveId" clId="{54AE4E56-73B1-49A8-9356-ED31C6BF2F97}" dt="2026-05-21T12:46:37.399" v="2121" actId="20577"/>
        <pc:sldMkLst>
          <pc:docMk/>
          <pc:sldMk cId="0" sldId="265"/>
        </pc:sldMkLst>
        <pc:spChg chg="mod">
          <ac:chgData name="동현 이" userId="99cd9cdf2e76de8a" providerId="LiveId" clId="{54AE4E56-73B1-49A8-9356-ED31C6BF2F97}" dt="2026-05-21T12:46:37.399" v="2121" actId="20577"/>
          <ac:spMkLst>
            <pc:docMk/>
            <pc:sldMk cId="0" sldId="265"/>
            <ac:spMk id="11" creationId="{00000000-0000-0000-0000-000000000000}"/>
          </ac:spMkLst>
        </pc:spChg>
      </pc:sldChg>
      <pc:sldChg chg="delSp modSp mod">
        <pc:chgData name="동현 이" userId="99cd9cdf2e76de8a" providerId="LiveId" clId="{54AE4E56-73B1-49A8-9356-ED31C6BF2F97}" dt="2026-05-21T12:46:42.063" v="2122" actId="20577"/>
        <pc:sldMkLst>
          <pc:docMk/>
          <pc:sldMk cId="0" sldId="266"/>
        </pc:sldMkLst>
        <pc:spChg chg="mod">
          <ac:chgData name="동현 이" userId="99cd9cdf2e76de8a" providerId="LiveId" clId="{54AE4E56-73B1-49A8-9356-ED31C6BF2F97}" dt="2026-05-20T14:10:50.178" v="1220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동현 이" userId="99cd9cdf2e76de8a" providerId="LiveId" clId="{54AE4E56-73B1-49A8-9356-ED31C6BF2F97}" dt="2026-05-21T12:46:42.063" v="2122" actId="20577"/>
          <ac:spMkLst>
            <pc:docMk/>
            <pc:sldMk cId="0" sldId="266"/>
            <ac:spMk id="11" creationId="{00000000-0000-0000-0000-000000000000}"/>
          </ac:spMkLst>
        </pc:spChg>
        <pc:spChg chg="del">
          <ac:chgData name="동현 이" userId="99cd9cdf2e76de8a" providerId="LiveId" clId="{54AE4E56-73B1-49A8-9356-ED31C6BF2F97}" dt="2026-05-21T11:38:57.785" v="1804" actId="478"/>
          <ac:spMkLst>
            <pc:docMk/>
            <pc:sldMk cId="0" sldId="266"/>
            <ac:spMk id="27" creationId="{00000000-0000-0000-0000-000000000000}"/>
          </ac:spMkLst>
        </pc:spChg>
        <pc:spChg chg="del mod">
          <ac:chgData name="동현 이" userId="99cd9cdf2e76de8a" providerId="LiveId" clId="{54AE4E56-73B1-49A8-9356-ED31C6BF2F97}" dt="2026-05-21T11:39:00.807" v="1806" actId="478"/>
          <ac:spMkLst>
            <pc:docMk/>
            <pc:sldMk cId="0" sldId="266"/>
            <ac:spMk id="28" creationId="{00000000-0000-0000-0000-000000000000}"/>
          </ac:spMkLst>
        </pc:spChg>
      </pc:sldChg>
      <pc:sldChg chg="addSp delSp modSp mod">
        <pc:chgData name="동현 이" userId="99cd9cdf2e76de8a" providerId="LiveId" clId="{54AE4E56-73B1-49A8-9356-ED31C6BF2F97}" dt="2026-05-21T12:46:45.947" v="2123" actId="20577"/>
        <pc:sldMkLst>
          <pc:docMk/>
          <pc:sldMk cId="0" sldId="267"/>
        </pc:sldMkLst>
        <pc:spChg chg="mod">
          <ac:chgData name="동현 이" userId="99cd9cdf2e76de8a" providerId="LiveId" clId="{54AE4E56-73B1-49A8-9356-ED31C6BF2F97}" dt="2026-05-21T12:46:45.947" v="2123" actId="20577"/>
          <ac:spMkLst>
            <pc:docMk/>
            <pc:sldMk cId="0" sldId="267"/>
            <ac:spMk id="11" creationId="{00000000-0000-0000-0000-000000000000}"/>
          </ac:spMkLst>
        </pc:spChg>
        <pc:spChg chg="del mod">
          <ac:chgData name="동현 이" userId="99cd9cdf2e76de8a" providerId="LiveId" clId="{54AE4E56-73B1-49A8-9356-ED31C6BF2F97}" dt="2026-05-20T13:18:49.086" v="1205" actId="478"/>
          <ac:spMkLst>
            <pc:docMk/>
            <pc:sldMk cId="0" sldId="267"/>
            <ac:spMk id="16" creationId="{00000000-0000-0000-0000-000000000000}"/>
          </ac:spMkLst>
        </pc:spChg>
        <pc:spChg chg="del mod">
          <ac:chgData name="동현 이" userId="99cd9cdf2e76de8a" providerId="LiveId" clId="{54AE4E56-73B1-49A8-9356-ED31C6BF2F97}" dt="2026-05-20T13:18:47.324" v="1204" actId="478"/>
          <ac:spMkLst>
            <pc:docMk/>
            <pc:sldMk cId="0" sldId="267"/>
            <ac:spMk id="18" creationId="{00000000-0000-0000-0000-000000000000}"/>
          </ac:spMkLst>
        </pc:spChg>
        <pc:spChg chg="del mod">
          <ac:chgData name="동현 이" userId="99cd9cdf2e76de8a" providerId="LiveId" clId="{54AE4E56-73B1-49A8-9356-ED31C6BF2F97}" dt="2026-05-20T13:06:19.451" v="1024" actId="478"/>
          <ac:spMkLst>
            <pc:docMk/>
            <pc:sldMk cId="0" sldId="267"/>
            <ac:spMk id="20" creationId="{00000000-0000-0000-0000-000000000000}"/>
          </ac:spMkLst>
        </pc:spChg>
        <pc:spChg chg="mod">
          <ac:chgData name="동현 이" userId="99cd9cdf2e76de8a" providerId="LiveId" clId="{54AE4E56-73B1-49A8-9356-ED31C6BF2F97}" dt="2026-05-20T14:14:13.127" v="1224" actId="20577"/>
          <ac:spMkLst>
            <pc:docMk/>
            <pc:sldMk cId="0" sldId="267"/>
            <ac:spMk id="27" creationId="{00000000-0000-0000-0000-000000000000}"/>
          </ac:spMkLst>
        </pc:spChg>
        <pc:spChg chg="add del mod">
          <ac:chgData name="동현 이" userId="99cd9cdf2e76de8a" providerId="LiveId" clId="{54AE4E56-73B1-49A8-9356-ED31C6BF2F97}" dt="2026-05-20T13:18:46.411" v="1203" actId="478"/>
          <ac:spMkLst>
            <pc:docMk/>
            <pc:sldMk cId="0" sldId="267"/>
            <ac:spMk id="50" creationId="{AD023D91-D719-883D-5402-5876BEE6370F}"/>
          </ac:spMkLst>
        </pc:spChg>
        <pc:cxnChg chg="add mod">
          <ac:chgData name="동현 이" userId="99cd9cdf2e76de8a" providerId="LiveId" clId="{54AE4E56-73B1-49A8-9356-ED31C6BF2F97}" dt="2026-05-20T13:20:01.352" v="1216" actId="208"/>
          <ac:cxnSpMkLst>
            <pc:docMk/>
            <pc:sldMk cId="0" sldId="267"/>
            <ac:cxnSpMk id="52" creationId="{4F1A0B3C-81D0-3BF4-0A96-AD506161BA91}"/>
          </ac:cxnSpMkLst>
        </pc:cxnChg>
        <pc:cxnChg chg="add mod">
          <ac:chgData name="동현 이" userId="99cd9cdf2e76de8a" providerId="LiveId" clId="{54AE4E56-73B1-49A8-9356-ED31C6BF2F97}" dt="2026-05-20T13:20:01.352" v="1216" actId="208"/>
          <ac:cxnSpMkLst>
            <pc:docMk/>
            <pc:sldMk cId="0" sldId="267"/>
            <ac:cxnSpMk id="54" creationId="{18805349-A01C-1D47-25FB-83F3254E1D0B}"/>
          </ac:cxnSpMkLst>
        </pc:cxnChg>
        <pc:cxnChg chg="add del mod">
          <ac:chgData name="동현 이" userId="99cd9cdf2e76de8a" providerId="LiveId" clId="{54AE4E56-73B1-49A8-9356-ED31C6BF2F97}" dt="2026-05-20T13:19:16.343" v="1210" actId="478"/>
          <ac:cxnSpMkLst>
            <pc:docMk/>
            <pc:sldMk cId="0" sldId="267"/>
            <ac:cxnSpMk id="56" creationId="{067950FA-913F-2EE4-CE2E-8C960C1616BF}"/>
          </ac:cxnSpMkLst>
        </pc:cxnChg>
        <pc:cxnChg chg="add mod">
          <ac:chgData name="동현 이" userId="99cd9cdf2e76de8a" providerId="LiveId" clId="{54AE4E56-73B1-49A8-9356-ED31C6BF2F97}" dt="2026-05-20T13:20:01.352" v="1216" actId="208"/>
          <ac:cxnSpMkLst>
            <pc:docMk/>
            <pc:sldMk cId="0" sldId="267"/>
            <ac:cxnSpMk id="59" creationId="{2CC3B504-B9D6-8CD8-E848-CA80E7DA009B}"/>
          </ac:cxnSpMkLst>
        </pc:cxnChg>
        <pc:cxnChg chg="add del mod">
          <ac:chgData name="동현 이" userId="99cd9cdf2e76de8a" providerId="LiveId" clId="{54AE4E56-73B1-49A8-9356-ED31C6BF2F97}" dt="2026-05-20T13:19:31.656" v="1213" actId="478"/>
          <ac:cxnSpMkLst>
            <pc:docMk/>
            <pc:sldMk cId="0" sldId="267"/>
            <ac:cxnSpMk id="61" creationId="{2E8CAD90-D1EC-16ED-BBBB-934E7240FDE2}"/>
          </ac:cxnSpMkLst>
        </pc:cxnChg>
        <pc:cxnChg chg="add mod">
          <ac:chgData name="동현 이" userId="99cd9cdf2e76de8a" providerId="LiveId" clId="{54AE4E56-73B1-49A8-9356-ED31C6BF2F97}" dt="2026-05-20T13:20:01.352" v="1216" actId="208"/>
          <ac:cxnSpMkLst>
            <pc:docMk/>
            <pc:sldMk cId="0" sldId="267"/>
            <ac:cxnSpMk id="63" creationId="{3EDE9AE1-E61F-9649-FCF5-99A59F1870DC}"/>
          </ac:cxnSpMkLst>
        </pc:cxnChg>
        <pc:cxnChg chg="add mod">
          <ac:chgData name="동현 이" userId="99cd9cdf2e76de8a" providerId="LiveId" clId="{54AE4E56-73B1-49A8-9356-ED31C6BF2F97}" dt="2026-05-20T13:20:01.352" v="1216" actId="208"/>
          <ac:cxnSpMkLst>
            <pc:docMk/>
            <pc:sldMk cId="0" sldId="267"/>
            <ac:cxnSpMk id="65" creationId="{4E842122-2CB1-6F27-5C08-3015BB3B06A2}"/>
          </ac:cxnSpMkLst>
        </pc:cxnChg>
      </pc:sldChg>
      <pc:sldChg chg="modSp mod">
        <pc:chgData name="동현 이" userId="99cd9cdf2e76de8a" providerId="LiveId" clId="{54AE4E56-73B1-49A8-9356-ED31C6BF2F97}" dt="2026-05-21T12:46:50.254" v="2124" actId="20577"/>
        <pc:sldMkLst>
          <pc:docMk/>
          <pc:sldMk cId="0" sldId="268"/>
        </pc:sldMkLst>
        <pc:spChg chg="mod">
          <ac:chgData name="동현 이" userId="99cd9cdf2e76de8a" providerId="LiveId" clId="{54AE4E56-73B1-49A8-9356-ED31C6BF2F97}" dt="2026-05-21T12:46:50.254" v="2124" actId="20577"/>
          <ac:spMkLst>
            <pc:docMk/>
            <pc:sldMk cId="0" sldId="268"/>
            <ac:spMk id="11" creationId="{00000000-0000-0000-0000-000000000000}"/>
          </ac:spMkLst>
        </pc:spChg>
      </pc:sldChg>
      <pc:sldChg chg="modSp mod">
        <pc:chgData name="동현 이" userId="99cd9cdf2e76de8a" providerId="LiveId" clId="{54AE4E56-73B1-49A8-9356-ED31C6BF2F97}" dt="2026-05-21T12:46:55.658" v="2125" actId="20577"/>
        <pc:sldMkLst>
          <pc:docMk/>
          <pc:sldMk cId="0" sldId="270"/>
        </pc:sldMkLst>
        <pc:spChg chg="mod">
          <ac:chgData name="동현 이" userId="99cd9cdf2e76de8a" providerId="LiveId" clId="{54AE4E56-73B1-49A8-9356-ED31C6BF2F97}" dt="2026-05-21T05:45:56.840" v="1381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동현 이" userId="99cd9cdf2e76de8a" providerId="LiveId" clId="{54AE4E56-73B1-49A8-9356-ED31C6BF2F97}" dt="2026-05-21T12:46:55.658" v="2125" actId="20577"/>
          <ac:spMkLst>
            <pc:docMk/>
            <pc:sldMk cId="0" sldId="270"/>
            <ac:spMk id="11" creationId="{00000000-0000-0000-0000-000000000000}"/>
          </ac:spMkLst>
        </pc:spChg>
      </pc:sldChg>
      <pc:sldChg chg="addSp delSp modSp mod ord">
        <pc:chgData name="동현 이" userId="99cd9cdf2e76de8a" providerId="LiveId" clId="{54AE4E56-73B1-49A8-9356-ED31C6BF2F97}" dt="2026-05-21T12:47:00.472" v="2126" actId="20577"/>
        <pc:sldMkLst>
          <pc:docMk/>
          <pc:sldMk cId="0" sldId="271"/>
        </pc:sldMkLst>
        <pc:spChg chg="mod">
          <ac:chgData name="동현 이" userId="99cd9cdf2e76de8a" providerId="LiveId" clId="{54AE4E56-73B1-49A8-9356-ED31C6BF2F97}" dt="2026-05-21T12:31:34.537" v="1807" actId="2711"/>
          <ac:spMkLst>
            <pc:docMk/>
            <pc:sldMk cId="0" sldId="271"/>
            <ac:spMk id="2" creationId="{00000000-0000-0000-0000-000000000000}"/>
          </ac:spMkLst>
        </pc:spChg>
        <pc:spChg chg="mod">
          <ac:chgData name="동현 이" userId="99cd9cdf2e76de8a" providerId="LiveId" clId="{54AE4E56-73B1-49A8-9356-ED31C6BF2F97}" dt="2026-05-21T06:49:13.506" v="1438" actId="20577"/>
          <ac:spMkLst>
            <pc:docMk/>
            <pc:sldMk cId="0" sldId="271"/>
            <ac:spMk id="4" creationId="{00000000-0000-0000-0000-000000000000}"/>
          </ac:spMkLst>
        </pc:spChg>
        <pc:spChg chg="mod">
          <ac:chgData name="동현 이" userId="99cd9cdf2e76de8a" providerId="LiveId" clId="{54AE4E56-73B1-49A8-9356-ED31C6BF2F97}" dt="2026-05-21T12:31:34.537" v="1807" actId="2711"/>
          <ac:spMkLst>
            <pc:docMk/>
            <pc:sldMk cId="0" sldId="271"/>
            <ac:spMk id="5" creationId="{00000000-0000-0000-0000-000000000000}"/>
          </ac:spMkLst>
        </pc:spChg>
        <pc:spChg chg="mod">
          <ac:chgData name="동현 이" userId="99cd9cdf2e76de8a" providerId="LiveId" clId="{54AE4E56-73B1-49A8-9356-ED31C6BF2F97}" dt="2026-05-21T12:31:34.537" v="1807" actId="2711"/>
          <ac:spMkLst>
            <pc:docMk/>
            <pc:sldMk cId="0" sldId="271"/>
            <ac:spMk id="6" creationId="{00000000-0000-0000-0000-000000000000}"/>
          </ac:spMkLst>
        </pc:spChg>
        <pc:spChg chg="mod">
          <ac:chgData name="동현 이" userId="99cd9cdf2e76de8a" providerId="LiveId" clId="{54AE4E56-73B1-49A8-9356-ED31C6BF2F97}" dt="2026-05-21T12:37:32.968" v="1870" actId="1076"/>
          <ac:spMkLst>
            <pc:docMk/>
            <pc:sldMk cId="0" sldId="271"/>
            <ac:spMk id="7" creationId="{00000000-0000-0000-0000-000000000000}"/>
          </ac:spMkLst>
        </pc:spChg>
        <pc:spChg chg="add mod">
          <ac:chgData name="동현 이" userId="99cd9cdf2e76de8a" providerId="LiveId" clId="{54AE4E56-73B1-49A8-9356-ED31C6BF2F97}" dt="2026-05-21T12:40:16.066" v="1946" actId="1076"/>
          <ac:spMkLst>
            <pc:docMk/>
            <pc:sldMk cId="0" sldId="271"/>
            <ac:spMk id="10" creationId="{C4C5752A-DE93-AFDE-11D6-77713A12D6B1}"/>
          </ac:spMkLst>
        </pc:spChg>
        <pc:spChg chg="mod">
          <ac:chgData name="동현 이" userId="99cd9cdf2e76de8a" providerId="LiveId" clId="{54AE4E56-73B1-49A8-9356-ED31C6BF2F97}" dt="2026-05-21T12:47:00.472" v="2126" actId="20577"/>
          <ac:spMkLst>
            <pc:docMk/>
            <pc:sldMk cId="0" sldId="271"/>
            <ac:spMk id="11" creationId="{00000000-0000-0000-0000-000000000000}"/>
          </ac:spMkLst>
        </pc:spChg>
        <pc:spChg chg="mod">
          <ac:chgData name="동현 이" userId="99cd9cdf2e76de8a" providerId="LiveId" clId="{54AE4E56-73B1-49A8-9356-ED31C6BF2F97}" dt="2026-05-21T12:38:25.245" v="1897" actId="14100"/>
          <ac:spMkLst>
            <pc:docMk/>
            <pc:sldMk cId="0" sldId="271"/>
            <ac:spMk id="12" creationId="{00000000-0000-0000-0000-000000000000}"/>
          </ac:spMkLst>
        </pc:spChg>
        <pc:spChg chg="mod">
          <ac:chgData name="동현 이" userId="99cd9cdf2e76de8a" providerId="LiveId" clId="{54AE4E56-73B1-49A8-9356-ED31C6BF2F97}" dt="2026-05-21T12:35:17.795" v="1842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동현 이" userId="99cd9cdf2e76de8a" providerId="LiveId" clId="{54AE4E56-73B1-49A8-9356-ED31C6BF2F97}" dt="2026-05-21T12:39:18.200" v="1910" actId="113"/>
          <ac:spMkLst>
            <pc:docMk/>
            <pc:sldMk cId="0" sldId="271"/>
            <ac:spMk id="14" creationId="{00000000-0000-0000-0000-000000000000}"/>
          </ac:spMkLst>
        </pc:spChg>
        <pc:spChg chg="mod">
          <ac:chgData name="동현 이" userId="99cd9cdf2e76de8a" providerId="LiveId" clId="{54AE4E56-73B1-49A8-9356-ED31C6BF2F97}" dt="2026-05-21T12:38:25.245" v="1897" actId="14100"/>
          <ac:spMkLst>
            <pc:docMk/>
            <pc:sldMk cId="0" sldId="271"/>
            <ac:spMk id="15" creationId="{00000000-0000-0000-0000-000000000000}"/>
          </ac:spMkLst>
        </pc:spChg>
        <pc:spChg chg="mod">
          <ac:chgData name="동현 이" userId="99cd9cdf2e76de8a" providerId="LiveId" clId="{54AE4E56-73B1-49A8-9356-ED31C6BF2F97}" dt="2026-05-21T12:45:07.566" v="2114" actId="20577"/>
          <ac:spMkLst>
            <pc:docMk/>
            <pc:sldMk cId="0" sldId="271"/>
            <ac:spMk id="16" creationId="{00000000-0000-0000-0000-000000000000}"/>
          </ac:spMkLst>
        </pc:spChg>
        <pc:spChg chg="del">
          <ac:chgData name="동현 이" userId="99cd9cdf2e76de8a" providerId="LiveId" clId="{54AE4E56-73B1-49A8-9356-ED31C6BF2F97}" dt="2026-05-21T06:49:17.022" v="1439" actId="478"/>
          <ac:spMkLst>
            <pc:docMk/>
            <pc:sldMk cId="0" sldId="271"/>
            <ac:spMk id="17" creationId="{00000000-0000-0000-0000-000000000000}"/>
          </ac:spMkLst>
        </pc:spChg>
        <pc:spChg chg="del mod">
          <ac:chgData name="동현 이" userId="99cd9cdf2e76de8a" providerId="LiveId" clId="{54AE4E56-73B1-49A8-9356-ED31C6BF2F97}" dt="2026-05-21T12:33:22.124" v="1815" actId="478"/>
          <ac:spMkLst>
            <pc:docMk/>
            <pc:sldMk cId="0" sldId="271"/>
            <ac:spMk id="17" creationId="{5C9A3DDA-1B24-6B8A-E342-BD0E737DA582}"/>
          </ac:spMkLst>
        </pc:spChg>
        <pc:spChg chg="del">
          <ac:chgData name="동현 이" userId="99cd9cdf2e76de8a" providerId="LiveId" clId="{54AE4E56-73B1-49A8-9356-ED31C6BF2F97}" dt="2026-05-21T06:49:24.260" v="1442" actId="478"/>
          <ac:spMkLst>
            <pc:docMk/>
            <pc:sldMk cId="0" sldId="271"/>
            <ac:spMk id="18" creationId="{00000000-0000-0000-0000-000000000000}"/>
          </ac:spMkLst>
        </pc:spChg>
        <pc:spChg chg="del mod">
          <ac:chgData name="동현 이" userId="99cd9cdf2e76de8a" providerId="LiveId" clId="{54AE4E56-73B1-49A8-9356-ED31C6BF2F97}" dt="2026-05-21T12:33:22.124" v="1815" actId="478"/>
          <ac:spMkLst>
            <pc:docMk/>
            <pc:sldMk cId="0" sldId="271"/>
            <ac:spMk id="18" creationId="{A1A50A26-FA9E-E582-6D46-C0BD81F01C30}"/>
          </ac:spMkLst>
        </pc:spChg>
        <pc:spChg chg="mod">
          <ac:chgData name="동현 이" userId="99cd9cdf2e76de8a" providerId="LiveId" clId="{54AE4E56-73B1-49A8-9356-ED31C6BF2F97}" dt="2026-05-21T12:38:25.245" v="1897" actId="14100"/>
          <ac:spMkLst>
            <pc:docMk/>
            <pc:sldMk cId="0" sldId="271"/>
            <ac:spMk id="19" creationId="{00000000-0000-0000-0000-000000000000}"/>
          </ac:spMkLst>
        </pc:spChg>
        <pc:spChg chg="del">
          <ac:chgData name="동현 이" userId="99cd9cdf2e76de8a" providerId="LiveId" clId="{54AE4E56-73B1-49A8-9356-ED31C6BF2F97}" dt="2026-05-21T06:49:24.260" v="1442" actId="478"/>
          <ac:spMkLst>
            <pc:docMk/>
            <pc:sldMk cId="0" sldId="271"/>
            <ac:spMk id="20" creationId="{00000000-0000-0000-0000-000000000000}"/>
          </ac:spMkLst>
        </pc:spChg>
        <pc:spChg chg="del mod">
          <ac:chgData name="동현 이" userId="99cd9cdf2e76de8a" providerId="LiveId" clId="{54AE4E56-73B1-49A8-9356-ED31C6BF2F97}" dt="2026-05-21T12:33:22.124" v="1815" actId="478"/>
          <ac:spMkLst>
            <pc:docMk/>
            <pc:sldMk cId="0" sldId="271"/>
            <ac:spMk id="20" creationId="{9CB8D38A-1D8A-7898-8378-198E7EB37283}"/>
          </ac:spMkLst>
        </pc:spChg>
        <pc:spChg chg="del">
          <ac:chgData name="동현 이" userId="99cd9cdf2e76de8a" providerId="LiveId" clId="{54AE4E56-73B1-49A8-9356-ED31C6BF2F97}" dt="2026-05-21T06:49:24.260" v="1442" actId="478"/>
          <ac:spMkLst>
            <pc:docMk/>
            <pc:sldMk cId="0" sldId="271"/>
            <ac:spMk id="21" creationId="{00000000-0000-0000-0000-000000000000}"/>
          </ac:spMkLst>
        </pc:spChg>
        <pc:spChg chg="del mod">
          <ac:chgData name="동현 이" userId="99cd9cdf2e76de8a" providerId="LiveId" clId="{54AE4E56-73B1-49A8-9356-ED31C6BF2F97}" dt="2026-05-21T12:33:22.124" v="1815" actId="478"/>
          <ac:spMkLst>
            <pc:docMk/>
            <pc:sldMk cId="0" sldId="271"/>
            <ac:spMk id="21" creationId="{EFCC9846-E1CF-8F78-5252-7880CFBC9512}"/>
          </ac:spMkLst>
        </pc:spChg>
        <pc:spChg chg="del">
          <ac:chgData name="동현 이" userId="99cd9cdf2e76de8a" providerId="LiveId" clId="{54AE4E56-73B1-49A8-9356-ED31C6BF2F97}" dt="2026-05-21T06:49:24.260" v="1442" actId="478"/>
          <ac:spMkLst>
            <pc:docMk/>
            <pc:sldMk cId="0" sldId="271"/>
            <ac:spMk id="22" creationId="{00000000-0000-0000-0000-000000000000}"/>
          </ac:spMkLst>
        </pc:spChg>
        <pc:spChg chg="del mod">
          <ac:chgData name="동현 이" userId="99cd9cdf2e76de8a" providerId="LiveId" clId="{54AE4E56-73B1-49A8-9356-ED31C6BF2F97}" dt="2026-05-21T12:33:22.124" v="1815" actId="478"/>
          <ac:spMkLst>
            <pc:docMk/>
            <pc:sldMk cId="0" sldId="271"/>
            <ac:spMk id="22" creationId="{6104C7BD-68F3-4BCC-317B-3D620DAFAA24}"/>
          </ac:spMkLst>
        </pc:spChg>
        <pc:spChg chg="del">
          <ac:chgData name="동현 이" userId="99cd9cdf2e76de8a" providerId="LiveId" clId="{54AE4E56-73B1-49A8-9356-ED31C6BF2F97}" dt="2026-05-21T06:49:27.008" v="1443" actId="478"/>
          <ac:spMkLst>
            <pc:docMk/>
            <pc:sldMk cId="0" sldId="271"/>
            <ac:spMk id="23" creationId="{00000000-0000-0000-0000-000000000000}"/>
          </ac:spMkLst>
        </pc:spChg>
        <pc:spChg chg="del mod">
          <ac:chgData name="동현 이" userId="99cd9cdf2e76de8a" providerId="LiveId" clId="{54AE4E56-73B1-49A8-9356-ED31C6BF2F97}" dt="2026-05-21T12:33:22.124" v="1815" actId="478"/>
          <ac:spMkLst>
            <pc:docMk/>
            <pc:sldMk cId="0" sldId="271"/>
            <ac:spMk id="24" creationId="{00000000-0000-0000-0000-000000000000}"/>
          </ac:spMkLst>
        </pc:spChg>
        <pc:spChg chg="del">
          <ac:chgData name="동현 이" userId="99cd9cdf2e76de8a" providerId="LiveId" clId="{54AE4E56-73B1-49A8-9356-ED31C6BF2F97}" dt="2026-05-21T06:49:24.260" v="1442" actId="478"/>
          <ac:spMkLst>
            <pc:docMk/>
            <pc:sldMk cId="0" sldId="271"/>
            <ac:spMk id="25" creationId="{00000000-0000-0000-0000-000000000000}"/>
          </ac:spMkLst>
        </pc:spChg>
        <pc:spChg chg="mod">
          <ac:chgData name="동현 이" userId="99cd9cdf2e76de8a" providerId="LiveId" clId="{54AE4E56-73B1-49A8-9356-ED31C6BF2F97}" dt="2026-05-21T12:37:38.833" v="1871" actId="571"/>
          <ac:spMkLst>
            <pc:docMk/>
            <pc:sldMk cId="0" sldId="271"/>
            <ac:spMk id="25" creationId="{4816096E-1EA6-4ED6-3ADF-DFD37D397787}"/>
          </ac:spMkLst>
        </pc:spChg>
        <pc:spChg chg="del">
          <ac:chgData name="동현 이" userId="99cd9cdf2e76de8a" providerId="LiveId" clId="{54AE4E56-73B1-49A8-9356-ED31C6BF2F97}" dt="2026-05-21T06:49:24.260" v="1442" actId="478"/>
          <ac:spMkLst>
            <pc:docMk/>
            <pc:sldMk cId="0" sldId="271"/>
            <ac:spMk id="26" creationId="{00000000-0000-0000-0000-000000000000}"/>
          </ac:spMkLst>
        </pc:spChg>
        <pc:spChg chg="mod">
          <ac:chgData name="동현 이" userId="99cd9cdf2e76de8a" providerId="LiveId" clId="{54AE4E56-73B1-49A8-9356-ED31C6BF2F97}" dt="2026-05-21T12:39:03.613" v="1905" actId="20577"/>
          <ac:spMkLst>
            <pc:docMk/>
            <pc:sldMk cId="0" sldId="271"/>
            <ac:spMk id="26" creationId="{8F266718-6DDB-02E3-56FA-942F990A82B2}"/>
          </ac:spMkLst>
        </pc:spChg>
        <pc:spChg chg="add del">
          <ac:chgData name="동현 이" userId="99cd9cdf2e76de8a" providerId="LiveId" clId="{54AE4E56-73B1-49A8-9356-ED31C6BF2F97}" dt="2026-05-21T06:49:24.260" v="1442" actId="478"/>
          <ac:spMkLst>
            <pc:docMk/>
            <pc:sldMk cId="0" sldId="271"/>
            <ac:spMk id="27" creationId="{00000000-0000-0000-0000-000000000000}"/>
          </ac:spMkLst>
        </pc:spChg>
        <pc:spChg chg="add mod">
          <ac:chgData name="동현 이" userId="99cd9cdf2e76de8a" providerId="LiveId" clId="{54AE4E56-73B1-49A8-9356-ED31C6BF2F97}" dt="2026-05-21T12:43:21.401" v="2084" actId="1076"/>
          <ac:spMkLst>
            <pc:docMk/>
            <pc:sldMk cId="0" sldId="271"/>
            <ac:spMk id="27" creationId="{E4EA1AD7-4F4F-0B48-4D7A-5957E1AAB5DC}"/>
          </ac:spMkLst>
        </pc:spChg>
        <pc:spChg chg="del">
          <ac:chgData name="동현 이" userId="99cd9cdf2e76de8a" providerId="LiveId" clId="{54AE4E56-73B1-49A8-9356-ED31C6BF2F97}" dt="2026-05-21T06:49:28.326" v="1444" actId="478"/>
          <ac:spMkLst>
            <pc:docMk/>
            <pc:sldMk cId="0" sldId="271"/>
            <ac:spMk id="28" creationId="{00000000-0000-0000-0000-000000000000}"/>
          </ac:spMkLst>
        </pc:spChg>
        <pc:spChg chg="add mod">
          <ac:chgData name="동현 이" userId="99cd9cdf2e76de8a" providerId="LiveId" clId="{54AE4E56-73B1-49A8-9356-ED31C6BF2F97}" dt="2026-05-21T12:45:04.574" v="2113" actId="20577"/>
          <ac:spMkLst>
            <pc:docMk/>
            <pc:sldMk cId="0" sldId="271"/>
            <ac:spMk id="28" creationId="{FD080209-ED2D-9A82-567E-318A51F1B84F}"/>
          </ac:spMkLst>
        </pc:spChg>
        <pc:spChg chg="del">
          <ac:chgData name="동현 이" userId="99cd9cdf2e76de8a" providerId="LiveId" clId="{54AE4E56-73B1-49A8-9356-ED31C6BF2F97}" dt="2026-05-21T06:49:27.008" v="1443" actId="478"/>
          <ac:spMkLst>
            <pc:docMk/>
            <pc:sldMk cId="0" sldId="271"/>
            <ac:spMk id="29" creationId="{00000000-0000-0000-0000-000000000000}"/>
          </ac:spMkLst>
        </pc:spChg>
        <pc:spChg chg="add mod">
          <ac:chgData name="동현 이" userId="99cd9cdf2e76de8a" providerId="LiveId" clId="{54AE4E56-73B1-49A8-9356-ED31C6BF2F97}" dt="2026-05-21T12:38:03.941" v="1893" actId="465"/>
          <ac:spMkLst>
            <pc:docMk/>
            <pc:sldMk cId="0" sldId="271"/>
            <ac:spMk id="29" creationId="{87892088-6C6E-7335-4F41-7CBB53102E8F}"/>
          </ac:spMkLst>
        </pc:spChg>
        <pc:spChg chg="del">
          <ac:chgData name="동현 이" userId="99cd9cdf2e76de8a" providerId="LiveId" clId="{54AE4E56-73B1-49A8-9356-ED31C6BF2F97}" dt="2026-05-21T06:49:24.260" v="1442" actId="478"/>
          <ac:spMkLst>
            <pc:docMk/>
            <pc:sldMk cId="0" sldId="271"/>
            <ac:spMk id="30" creationId="{00000000-0000-0000-0000-000000000000}"/>
          </ac:spMkLst>
        </pc:spChg>
        <pc:spChg chg="del">
          <ac:chgData name="동현 이" userId="99cd9cdf2e76de8a" providerId="LiveId" clId="{54AE4E56-73B1-49A8-9356-ED31C6BF2F97}" dt="2026-05-21T12:33:25.416" v="1816" actId="478"/>
          <ac:spMkLst>
            <pc:docMk/>
            <pc:sldMk cId="0" sldId="271"/>
            <ac:spMk id="30" creationId="{D41A3858-249D-433A-C522-72C098F853B7}"/>
          </ac:spMkLst>
        </pc:spChg>
        <pc:spChg chg="del">
          <ac:chgData name="동현 이" userId="99cd9cdf2e76de8a" providerId="LiveId" clId="{54AE4E56-73B1-49A8-9356-ED31C6BF2F97}" dt="2026-05-21T06:49:24.260" v="1442" actId="478"/>
          <ac:spMkLst>
            <pc:docMk/>
            <pc:sldMk cId="0" sldId="271"/>
            <ac:spMk id="31" creationId="{00000000-0000-0000-0000-000000000000}"/>
          </ac:spMkLst>
        </pc:spChg>
        <pc:spChg chg="del">
          <ac:chgData name="동현 이" userId="99cd9cdf2e76de8a" providerId="LiveId" clId="{54AE4E56-73B1-49A8-9356-ED31C6BF2F97}" dt="2026-05-21T12:33:25.416" v="1816" actId="478"/>
          <ac:spMkLst>
            <pc:docMk/>
            <pc:sldMk cId="0" sldId="271"/>
            <ac:spMk id="31" creationId="{CFE94EAD-0A9A-FDAF-C23F-EF1375063E0E}"/>
          </ac:spMkLst>
        </pc:spChg>
        <pc:spChg chg="mod">
          <ac:chgData name="동현 이" userId="99cd9cdf2e76de8a" providerId="LiveId" clId="{54AE4E56-73B1-49A8-9356-ED31C6BF2F97}" dt="2026-05-21T06:05:05.061" v="1407" actId="114"/>
          <ac:spMkLst>
            <pc:docMk/>
            <pc:sldMk cId="0" sldId="271"/>
            <ac:spMk id="32" creationId="{00000000-0000-0000-0000-000000000000}"/>
          </ac:spMkLst>
        </pc:spChg>
        <pc:spChg chg="add mod">
          <ac:chgData name="동현 이" userId="99cd9cdf2e76de8a" providerId="LiveId" clId="{54AE4E56-73B1-49A8-9356-ED31C6BF2F97}" dt="2026-05-21T12:38:03.941" v="1893" actId="465"/>
          <ac:spMkLst>
            <pc:docMk/>
            <pc:sldMk cId="0" sldId="271"/>
            <ac:spMk id="32" creationId="{1A017D06-195A-3AC0-1DAA-4923F3F81FFC}"/>
          </ac:spMkLst>
        </pc:spChg>
        <pc:spChg chg="del mod">
          <ac:chgData name="동현 이" userId="99cd9cdf2e76de8a" providerId="LiveId" clId="{54AE4E56-73B1-49A8-9356-ED31C6BF2F97}" dt="2026-05-21T12:33:25.416" v="1816" actId="478"/>
          <ac:spMkLst>
            <pc:docMk/>
            <pc:sldMk cId="0" sldId="271"/>
            <ac:spMk id="33" creationId="{1E7FF256-13C3-A165-9866-396B99119EB2}"/>
          </ac:spMkLst>
        </pc:spChg>
        <pc:spChg chg="del mod">
          <ac:chgData name="동현 이" userId="99cd9cdf2e76de8a" providerId="LiveId" clId="{54AE4E56-73B1-49A8-9356-ED31C6BF2F97}" dt="2026-05-21T12:33:25.416" v="1816" actId="478"/>
          <ac:spMkLst>
            <pc:docMk/>
            <pc:sldMk cId="0" sldId="271"/>
            <ac:spMk id="34" creationId="{4EFFEEA4-AE83-EB0A-034F-13D75D361806}"/>
          </ac:spMkLst>
        </pc:spChg>
        <pc:spChg chg="del">
          <ac:chgData name="동현 이" userId="99cd9cdf2e76de8a" providerId="LiveId" clId="{54AE4E56-73B1-49A8-9356-ED31C6BF2F97}" dt="2026-05-21T12:33:25.416" v="1816" actId="478"/>
          <ac:spMkLst>
            <pc:docMk/>
            <pc:sldMk cId="0" sldId="271"/>
            <ac:spMk id="35" creationId="{26538C8B-FC07-3E6A-3D60-06EDA6ABA0A4}"/>
          </ac:spMkLst>
        </pc:spChg>
        <pc:spChg chg="del">
          <ac:chgData name="동현 이" userId="99cd9cdf2e76de8a" providerId="LiveId" clId="{54AE4E56-73B1-49A8-9356-ED31C6BF2F97}" dt="2026-05-21T12:33:25.416" v="1816" actId="478"/>
          <ac:spMkLst>
            <pc:docMk/>
            <pc:sldMk cId="0" sldId="271"/>
            <ac:spMk id="36" creationId="{26664F6F-D525-DEE5-3DD0-659D7605DCA2}"/>
          </ac:spMkLst>
        </pc:spChg>
        <pc:spChg chg="mod">
          <ac:chgData name="동현 이" userId="99cd9cdf2e76de8a" providerId="LiveId" clId="{54AE4E56-73B1-49A8-9356-ED31C6BF2F97}" dt="2026-05-21T12:37:41.954" v="1872" actId="571"/>
          <ac:spMkLst>
            <pc:docMk/>
            <pc:sldMk cId="0" sldId="271"/>
            <ac:spMk id="39" creationId="{DCAE09F7-A4F0-8422-8364-018D4E87E69B}"/>
          </ac:spMkLst>
        </pc:spChg>
        <pc:spChg chg="mod">
          <ac:chgData name="동현 이" userId="99cd9cdf2e76de8a" providerId="LiveId" clId="{54AE4E56-73B1-49A8-9356-ED31C6BF2F97}" dt="2026-05-21T12:39:07.007" v="1908" actId="20577"/>
          <ac:spMkLst>
            <pc:docMk/>
            <pc:sldMk cId="0" sldId="271"/>
            <ac:spMk id="41" creationId="{2733F7CA-745F-FBCF-426D-8D0A974EACFC}"/>
          </ac:spMkLst>
        </pc:spChg>
        <pc:spChg chg="add mod">
          <ac:chgData name="동현 이" userId="99cd9cdf2e76de8a" providerId="LiveId" clId="{54AE4E56-73B1-49A8-9356-ED31C6BF2F97}" dt="2026-05-21T12:43:16.608" v="2083" actId="1076"/>
          <ac:spMkLst>
            <pc:docMk/>
            <pc:sldMk cId="0" sldId="271"/>
            <ac:spMk id="43" creationId="{DF89F0BA-C74D-2FAB-8844-2D962F3BA143}"/>
          </ac:spMkLst>
        </pc:spChg>
        <pc:spChg chg="add mod">
          <ac:chgData name="동현 이" userId="99cd9cdf2e76de8a" providerId="LiveId" clId="{54AE4E56-73B1-49A8-9356-ED31C6BF2F97}" dt="2026-05-21T12:44:37.718" v="2109" actId="20577"/>
          <ac:spMkLst>
            <pc:docMk/>
            <pc:sldMk cId="0" sldId="271"/>
            <ac:spMk id="45" creationId="{53CE7CFA-2E06-148C-C015-0E129AAA5DAA}"/>
          </ac:spMkLst>
        </pc:spChg>
        <pc:spChg chg="add mod">
          <ac:chgData name="동현 이" userId="99cd9cdf2e76de8a" providerId="LiveId" clId="{54AE4E56-73B1-49A8-9356-ED31C6BF2F97}" dt="2026-05-21T12:37:41.954" v="1872" actId="571"/>
          <ac:spMkLst>
            <pc:docMk/>
            <pc:sldMk cId="0" sldId="271"/>
            <ac:spMk id="47" creationId="{E1FA36E1-5D56-3688-3488-DE2A00819C00}"/>
          </ac:spMkLst>
        </pc:spChg>
        <pc:spChg chg="add del">
          <ac:chgData name="동현 이" userId="99cd9cdf2e76de8a" providerId="LiveId" clId="{54AE4E56-73B1-49A8-9356-ED31C6BF2F97}" dt="2026-05-21T12:44:20.574" v="2099" actId="478"/>
          <ac:spMkLst>
            <pc:docMk/>
            <pc:sldMk cId="0" sldId="271"/>
            <ac:spMk id="49" creationId="{ACD8C09D-1372-C93F-F814-0E5EB8D7B640}"/>
          </ac:spMkLst>
        </pc:spChg>
        <pc:spChg chg="mod">
          <ac:chgData name="동현 이" userId="99cd9cdf2e76de8a" providerId="LiveId" clId="{54AE4E56-73B1-49A8-9356-ED31C6BF2F97}" dt="2026-05-21T12:38:03.941" v="1893" actId="465"/>
          <ac:spMkLst>
            <pc:docMk/>
            <pc:sldMk cId="0" sldId="271"/>
            <ac:spMk id="52" creationId="{27F53377-62D6-C9E7-C555-655D889E287D}"/>
          </ac:spMkLst>
        </pc:spChg>
        <pc:spChg chg="del">
          <ac:chgData name="동현 이" userId="99cd9cdf2e76de8a" providerId="LiveId" clId="{54AE4E56-73B1-49A8-9356-ED31C6BF2F97}" dt="2026-05-21T12:34:52.971" v="1835" actId="478"/>
          <ac:spMkLst>
            <pc:docMk/>
            <pc:sldMk cId="0" sldId="271"/>
            <ac:spMk id="54" creationId="{AD2212F2-1260-35FE-B00D-0E527C2BC5C2}"/>
          </ac:spMkLst>
        </pc:spChg>
        <pc:spChg chg="del">
          <ac:chgData name="동현 이" userId="99cd9cdf2e76de8a" providerId="LiveId" clId="{54AE4E56-73B1-49A8-9356-ED31C6BF2F97}" dt="2026-05-21T12:34:52.971" v="1835" actId="478"/>
          <ac:spMkLst>
            <pc:docMk/>
            <pc:sldMk cId="0" sldId="271"/>
            <ac:spMk id="56" creationId="{3440F8DE-A14A-0AD0-22C7-EC9797CDBD2A}"/>
          </ac:spMkLst>
        </pc:spChg>
        <pc:spChg chg="del">
          <ac:chgData name="동현 이" userId="99cd9cdf2e76de8a" providerId="LiveId" clId="{54AE4E56-73B1-49A8-9356-ED31C6BF2F97}" dt="2026-05-21T12:34:52.971" v="1835" actId="478"/>
          <ac:spMkLst>
            <pc:docMk/>
            <pc:sldMk cId="0" sldId="271"/>
            <ac:spMk id="58" creationId="{27E48A7F-D279-C66E-4AF8-9557DEC06268}"/>
          </ac:spMkLst>
        </pc:spChg>
        <pc:spChg chg="del">
          <ac:chgData name="동현 이" userId="99cd9cdf2e76de8a" providerId="LiveId" clId="{54AE4E56-73B1-49A8-9356-ED31C6BF2F97}" dt="2026-05-21T12:34:52.971" v="1835" actId="478"/>
          <ac:spMkLst>
            <pc:docMk/>
            <pc:sldMk cId="0" sldId="271"/>
            <ac:spMk id="60" creationId="{F4CE7245-16E1-4681-0C20-B2F3F63A1F44}"/>
          </ac:spMkLst>
        </pc:spChg>
        <pc:spChg chg="del">
          <ac:chgData name="동현 이" userId="99cd9cdf2e76de8a" providerId="LiveId" clId="{54AE4E56-73B1-49A8-9356-ED31C6BF2F97}" dt="2026-05-21T12:34:52.971" v="1835" actId="478"/>
          <ac:spMkLst>
            <pc:docMk/>
            <pc:sldMk cId="0" sldId="271"/>
            <ac:spMk id="62" creationId="{6991E164-B8E1-1831-8244-F685DD2577C3}"/>
          </ac:spMkLst>
        </pc:spChg>
        <pc:spChg chg="del">
          <ac:chgData name="동현 이" userId="99cd9cdf2e76de8a" providerId="LiveId" clId="{54AE4E56-73B1-49A8-9356-ED31C6BF2F97}" dt="2026-05-21T12:34:52.971" v="1835" actId="478"/>
          <ac:spMkLst>
            <pc:docMk/>
            <pc:sldMk cId="0" sldId="271"/>
            <ac:spMk id="64" creationId="{2A87ECD0-AD67-6AB1-DAD9-A8F704B2383D}"/>
          </ac:spMkLst>
        </pc:spChg>
        <pc:grpChg chg="add mod">
          <ac:chgData name="동현 이" userId="99cd9cdf2e76de8a" providerId="LiveId" clId="{54AE4E56-73B1-49A8-9356-ED31C6BF2F97}" dt="2026-05-21T12:38:25.245" v="1897" actId="14100"/>
          <ac:grpSpMkLst>
            <pc:docMk/>
            <pc:sldMk cId="0" sldId="271"/>
            <ac:grpSpMk id="9" creationId="{5678883A-99A8-383F-F022-82F68AC87936}"/>
          </ac:grpSpMkLst>
        </pc:grpChg>
        <pc:grpChg chg="add mod">
          <ac:chgData name="동현 이" userId="99cd9cdf2e76de8a" providerId="LiveId" clId="{54AE4E56-73B1-49A8-9356-ED31C6BF2F97}" dt="2026-05-21T12:38:46.167" v="1898" actId="1076"/>
          <ac:grpSpMkLst>
            <pc:docMk/>
            <pc:sldMk cId="0" sldId="271"/>
            <ac:grpSpMk id="23" creationId="{904834BF-02D0-60F1-DFAE-0721E4245E26}"/>
          </ac:grpSpMkLst>
        </pc:grpChg>
        <pc:grpChg chg="add mod">
          <ac:chgData name="동현 이" userId="99cd9cdf2e76de8a" providerId="LiveId" clId="{54AE4E56-73B1-49A8-9356-ED31C6BF2F97}" dt="2026-05-21T12:37:41.954" v="1872" actId="571"/>
          <ac:grpSpMkLst>
            <pc:docMk/>
            <pc:sldMk cId="0" sldId="271"/>
            <ac:grpSpMk id="37" creationId="{2E8CD156-F10E-C8E9-D177-D55208797ACF}"/>
          </ac:grpSpMkLst>
        </pc:grpChg>
      </pc:sldChg>
      <pc:sldChg chg="addSp delSp modSp mod">
        <pc:chgData name="동현 이" userId="99cd9cdf2e76de8a" providerId="LiveId" clId="{54AE4E56-73B1-49A8-9356-ED31C6BF2F97}" dt="2026-05-21T11:37:25.055" v="1803" actId="1036"/>
        <pc:sldMkLst>
          <pc:docMk/>
          <pc:sldMk cId="0" sldId="272"/>
        </pc:sldMkLst>
        <pc:spChg chg="del">
          <ac:chgData name="동현 이" userId="99cd9cdf2e76de8a" providerId="LiveId" clId="{54AE4E56-73B1-49A8-9356-ED31C6BF2F97}" dt="2026-05-21T11:36:30.646" v="1786" actId="478"/>
          <ac:spMkLst>
            <pc:docMk/>
            <pc:sldMk cId="0" sldId="272"/>
            <ac:spMk id="9" creationId="{00000000-0000-0000-0000-000000000000}"/>
          </ac:spMkLst>
        </pc:spChg>
        <pc:spChg chg="del">
          <ac:chgData name="동현 이" userId="99cd9cdf2e76de8a" providerId="LiveId" clId="{54AE4E56-73B1-49A8-9356-ED31C6BF2F97}" dt="2026-05-21T11:36:30.646" v="1786" actId="478"/>
          <ac:spMkLst>
            <pc:docMk/>
            <pc:sldMk cId="0" sldId="272"/>
            <ac:spMk id="10" creationId="{00000000-0000-0000-0000-000000000000}"/>
          </ac:spMkLst>
        </pc:spChg>
        <pc:spChg chg="add del mod">
          <ac:chgData name="동현 이" userId="99cd9cdf2e76de8a" providerId="LiveId" clId="{54AE4E56-73B1-49A8-9356-ED31C6BF2F97}" dt="2026-05-21T11:33:41.266" v="1750" actId="478"/>
          <ac:spMkLst>
            <pc:docMk/>
            <pc:sldMk cId="0" sldId="272"/>
            <ac:spMk id="12" creationId="{00000000-0000-0000-0000-000000000000}"/>
          </ac:spMkLst>
        </pc:spChg>
        <pc:spChg chg="del mod">
          <ac:chgData name="동현 이" userId="99cd9cdf2e76de8a" providerId="LiveId" clId="{54AE4E56-73B1-49A8-9356-ED31C6BF2F97}" dt="2026-05-21T11:35:07.968" v="1759" actId="478"/>
          <ac:spMkLst>
            <pc:docMk/>
            <pc:sldMk cId="0" sldId="272"/>
            <ac:spMk id="13" creationId="{00000000-0000-0000-0000-000000000000}"/>
          </ac:spMkLst>
        </pc:spChg>
        <pc:spChg chg="add">
          <ac:chgData name="동현 이" userId="99cd9cdf2e76de8a" providerId="LiveId" clId="{54AE4E56-73B1-49A8-9356-ED31C6BF2F97}" dt="2026-05-21T11:33:08.732" v="1742" actId="478"/>
          <ac:spMkLst>
            <pc:docMk/>
            <pc:sldMk cId="0" sldId="272"/>
            <ac:spMk id="20" creationId="{00000000-0000-0000-0000-000000000000}"/>
          </ac:spMkLst>
        </pc:spChg>
        <pc:spChg chg="add">
          <ac:chgData name="동현 이" userId="99cd9cdf2e76de8a" providerId="LiveId" clId="{54AE4E56-73B1-49A8-9356-ED31C6BF2F97}" dt="2026-05-21T11:33:08.732" v="1742" actId="478"/>
          <ac:spMkLst>
            <pc:docMk/>
            <pc:sldMk cId="0" sldId="272"/>
            <ac:spMk id="21" creationId="{00000000-0000-0000-0000-000000000000}"/>
          </ac:spMkLst>
        </pc:spChg>
        <pc:spChg chg="add">
          <ac:chgData name="동현 이" userId="99cd9cdf2e76de8a" providerId="LiveId" clId="{54AE4E56-73B1-49A8-9356-ED31C6BF2F97}" dt="2026-05-21T11:33:08.732" v="1742" actId="478"/>
          <ac:spMkLst>
            <pc:docMk/>
            <pc:sldMk cId="0" sldId="272"/>
            <ac:spMk id="23" creationId="{00000000-0000-0000-0000-000000000000}"/>
          </ac:spMkLst>
        </pc:spChg>
        <pc:spChg chg="add">
          <ac:chgData name="동현 이" userId="99cd9cdf2e76de8a" providerId="LiveId" clId="{54AE4E56-73B1-49A8-9356-ED31C6BF2F97}" dt="2026-05-21T11:33:08.732" v="1742" actId="478"/>
          <ac:spMkLst>
            <pc:docMk/>
            <pc:sldMk cId="0" sldId="272"/>
            <ac:spMk id="24" creationId="{00000000-0000-0000-0000-000000000000}"/>
          </ac:spMkLst>
        </pc:spChg>
        <pc:spChg chg="del">
          <ac:chgData name="동현 이" userId="99cd9cdf2e76de8a" providerId="LiveId" clId="{54AE4E56-73B1-49A8-9356-ED31C6BF2F97}" dt="2026-05-21T11:33:54.739" v="1752" actId="478"/>
          <ac:spMkLst>
            <pc:docMk/>
            <pc:sldMk cId="0" sldId="272"/>
            <ac:spMk id="25" creationId="{00000000-0000-0000-0000-000000000000}"/>
          </ac:spMkLst>
        </pc:spChg>
        <pc:spChg chg="add del mod">
          <ac:chgData name="동현 이" userId="99cd9cdf2e76de8a" providerId="LiveId" clId="{54AE4E56-73B1-49A8-9356-ED31C6BF2F97}" dt="2026-05-21T11:33:41.266" v="1750" actId="478"/>
          <ac:spMkLst>
            <pc:docMk/>
            <pc:sldMk cId="0" sldId="272"/>
            <ac:spMk id="30" creationId="{00000000-0000-0000-0000-000000000000}"/>
          </ac:spMkLst>
        </pc:spChg>
        <pc:spChg chg="del mod">
          <ac:chgData name="동현 이" userId="99cd9cdf2e76de8a" providerId="LiveId" clId="{54AE4E56-73B1-49A8-9356-ED31C6BF2F97}" dt="2026-05-21T11:35:07.968" v="1759" actId="478"/>
          <ac:spMkLst>
            <pc:docMk/>
            <pc:sldMk cId="0" sldId="272"/>
            <ac:spMk id="31" creationId="{00000000-0000-0000-0000-000000000000}"/>
          </ac:spMkLst>
        </pc:spChg>
        <pc:spChg chg="add">
          <ac:chgData name="동현 이" userId="99cd9cdf2e76de8a" providerId="LiveId" clId="{54AE4E56-73B1-49A8-9356-ED31C6BF2F97}" dt="2026-05-21T11:33:08.732" v="1742" actId="478"/>
          <ac:spMkLst>
            <pc:docMk/>
            <pc:sldMk cId="0" sldId="272"/>
            <ac:spMk id="35" creationId="{00000000-0000-0000-0000-000000000000}"/>
          </ac:spMkLst>
        </pc:spChg>
        <pc:spChg chg="add">
          <ac:chgData name="동현 이" userId="99cd9cdf2e76de8a" providerId="LiveId" clId="{54AE4E56-73B1-49A8-9356-ED31C6BF2F97}" dt="2026-05-21T11:33:08.732" v="1742" actId="478"/>
          <ac:spMkLst>
            <pc:docMk/>
            <pc:sldMk cId="0" sldId="272"/>
            <ac:spMk id="36" creationId="{00000000-0000-0000-0000-000000000000}"/>
          </ac:spMkLst>
        </pc:spChg>
        <pc:spChg chg="add">
          <ac:chgData name="동현 이" userId="99cd9cdf2e76de8a" providerId="LiveId" clId="{54AE4E56-73B1-49A8-9356-ED31C6BF2F97}" dt="2026-05-21T11:33:08.732" v="1742" actId="478"/>
          <ac:spMkLst>
            <pc:docMk/>
            <pc:sldMk cId="0" sldId="272"/>
            <ac:spMk id="38" creationId="{00000000-0000-0000-0000-000000000000}"/>
          </ac:spMkLst>
        </pc:spChg>
        <pc:spChg chg="del">
          <ac:chgData name="동현 이" userId="99cd9cdf2e76de8a" providerId="LiveId" clId="{54AE4E56-73B1-49A8-9356-ED31C6BF2F97}" dt="2026-05-21T11:33:54.739" v="1752" actId="478"/>
          <ac:spMkLst>
            <pc:docMk/>
            <pc:sldMk cId="0" sldId="272"/>
            <ac:spMk id="46" creationId="{00000000-0000-0000-0000-000000000000}"/>
          </ac:spMkLst>
        </pc:spChg>
        <pc:spChg chg="del">
          <ac:chgData name="동현 이" userId="99cd9cdf2e76de8a" providerId="LiveId" clId="{54AE4E56-73B1-49A8-9356-ED31C6BF2F97}" dt="2026-05-21T11:33:54.739" v="1752" actId="478"/>
          <ac:spMkLst>
            <pc:docMk/>
            <pc:sldMk cId="0" sldId="272"/>
            <ac:spMk id="47" creationId="{00000000-0000-0000-0000-000000000000}"/>
          </ac:spMkLst>
        </pc:spChg>
        <pc:spChg chg="add del">
          <ac:chgData name="동현 이" userId="99cd9cdf2e76de8a" providerId="LiveId" clId="{54AE4E56-73B1-49A8-9356-ED31C6BF2F97}" dt="2026-05-21T11:33:54.739" v="1752" actId="478"/>
          <ac:spMkLst>
            <pc:docMk/>
            <pc:sldMk cId="0" sldId="272"/>
            <ac:spMk id="49" creationId="{00000000-0000-0000-0000-000000000000}"/>
          </ac:spMkLst>
        </pc:spChg>
        <pc:spChg chg="del">
          <ac:chgData name="동현 이" userId="99cd9cdf2e76de8a" providerId="LiveId" clId="{54AE4E56-73B1-49A8-9356-ED31C6BF2F97}" dt="2026-05-21T11:33:54.739" v="1752" actId="478"/>
          <ac:spMkLst>
            <pc:docMk/>
            <pc:sldMk cId="0" sldId="272"/>
            <ac:spMk id="50" creationId="{00000000-0000-0000-0000-000000000000}"/>
          </ac:spMkLst>
        </pc:spChg>
        <pc:spChg chg="del">
          <ac:chgData name="동현 이" userId="99cd9cdf2e76de8a" providerId="LiveId" clId="{54AE4E56-73B1-49A8-9356-ED31C6BF2F97}" dt="2026-05-21T11:33:54.739" v="1752" actId="478"/>
          <ac:spMkLst>
            <pc:docMk/>
            <pc:sldMk cId="0" sldId="272"/>
            <ac:spMk id="54" creationId="{00000000-0000-0000-0000-000000000000}"/>
          </ac:spMkLst>
        </pc:spChg>
        <pc:spChg chg="del">
          <ac:chgData name="동현 이" userId="99cd9cdf2e76de8a" providerId="LiveId" clId="{54AE4E56-73B1-49A8-9356-ED31C6BF2F97}" dt="2026-05-21T11:33:54.739" v="1752" actId="478"/>
          <ac:spMkLst>
            <pc:docMk/>
            <pc:sldMk cId="0" sldId="272"/>
            <ac:spMk id="55" creationId="{00000000-0000-0000-0000-000000000000}"/>
          </ac:spMkLst>
        </pc:spChg>
        <pc:spChg chg="add">
          <ac:chgData name="동현 이" userId="99cd9cdf2e76de8a" providerId="LiveId" clId="{54AE4E56-73B1-49A8-9356-ED31C6BF2F97}" dt="2026-05-21T11:33:08.732" v="1742" actId="478"/>
          <ac:spMkLst>
            <pc:docMk/>
            <pc:sldMk cId="0" sldId="272"/>
            <ac:spMk id="65" creationId="{00000000-0000-0000-0000-000000000000}"/>
          </ac:spMkLst>
        </pc:spChg>
        <pc:spChg chg="add del">
          <ac:chgData name="동현 이" userId="99cd9cdf2e76de8a" providerId="LiveId" clId="{54AE4E56-73B1-49A8-9356-ED31C6BF2F97}" dt="2026-05-21T11:33:54.739" v="1752" actId="478"/>
          <ac:spMkLst>
            <pc:docMk/>
            <pc:sldMk cId="0" sldId="272"/>
            <ac:spMk id="70" creationId="{00000000-0000-0000-0000-000000000000}"/>
          </ac:spMkLst>
        </pc:spChg>
        <pc:spChg chg="del">
          <ac:chgData name="동현 이" userId="99cd9cdf2e76de8a" providerId="LiveId" clId="{54AE4E56-73B1-49A8-9356-ED31C6BF2F97}" dt="2026-05-21T11:33:54.739" v="1752" actId="478"/>
          <ac:spMkLst>
            <pc:docMk/>
            <pc:sldMk cId="0" sldId="272"/>
            <ac:spMk id="73" creationId="{00000000-0000-0000-0000-000000000000}"/>
          </ac:spMkLst>
        </pc:spChg>
        <pc:spChg chg="del">
          <ac:chgData name="동현 이" userId="99cd9cdf2e76de8a" providerId="LiveId" clId="{54AE4E56-73B1-49A8-9356-ED31C6BF2F97}" dt="2026-05-21T11:33:54.739" v="1752" actId="478"/>
          <ac:spMkLst>
            <pc:docMk/>
            <pc:sldMk cId="0" sldId="272"/>
            <ac:spMk id="75" creationId="{00000000-0000-0000-0000-000000000000}"/>
          </ac:spMkLst>
        </pc:spChg>
        <pc:spChg chg="mod">
          <ac:chgData name="동현 이" userId="99cd9cdf2e76de8a" providerId="LiveId" clId="{54AE4E56-73B1-49A8-9356-ED31C6BF2F97}" dt="2026-05-21T11:36:34.633" v="1787" actId="1076"/>
          <ac:spMkLst>
            <pc:docMk/>
            <pc:sldMk cId="0" sldId="272"/>
            <ac:spMk id="77" creationId="{00000000-0000-0000-0000-000000000000}"/>
          </ac:spMkLst>
        </pc:spChg>
        <pc:spChg chg="mod">
          <ac:chgData name="동현 이" userId="99cd9cdf2e76de8a" providerId="LiveId" clId="{54AE4E56-73B1-49A8-9356-ED31C6BF2F97}" dt="2026-05-21T11:37:18.579" v="1801" actId="20577"/>
          <ac:spMkLst>
            <pc:docMk/>
            <pc:sldMk cId="0" sldId="272"/>
            <ac:spMk id="78" creationId="{00000000-0000-0000-0000-000000000000}"/>
          </ac:spMkLst>
        </pc:spChg>
        <pc:picChg chg="add del mod">
          <ac:chgData name="동현 이" userId="99cd9cdf2e76de8a" providerId="LiveId" clId="{54AE4E56-73B1-49A8-9356-ED31C6BF2F97}" dt="2026-05-21T11:33:08.184" v="1741" actId="931"/>
          <ac:picMkLst>
            <pc:docMk/>
            <pc:sldMk cId="0" sldId="272"/>
            <ac:picMk id="80" creationId="{E7386689-9D61-5632-A065-221212D3AC52}"/>
          </ac:picMkLst>
        </pc:picChg>
        <pc:picChg chg="add mod">
          <ac:chgData name="동현 이" userId="99cd9cdf2e76de8a" providerId="LiveId" clId="{54AE4E56-73B1-49A8-9356-ED31C6BF2F97}" dt="2026-05-21T11:37:25.055" v="1803" actId="1036"/>
          <ac:picMkLst>
            <pc:docMk/>
            <pc:sldMk cId="0" sldId="272"/>
            <ac:picMk id="82" creationId="{72CACFD7-93A5-4DC5-0B0F-CE63ADD8F800}"/>
          </ac:picMkLst>
        </pc:picChg>
        <pc:picChg chg="add mod">
          <ac:chgData name="동현 이" userId="99cd9cdf2e76de8a" providerId="LiveId" clId="{54AE4E56-73B1-49A8-9356-ED31C6BF2F97}" dt="2026-05-21T11:37:25.055" v="1803" actId="1036"/>
          <ac:picMkLst>
            <pc:docMk/>
            <pc:sldMk cId="0" sldId="272"/>
            <ac:picMk id="84" creationId="{2EA5ADE6-7B14-0885-FA0A-2E94537FBA58}"/>
          </ac:picMkLst>
        </pc:picChg>
      </pc:sldChg>
      <pc:sldChg chg="modSp mod">
        <pc:chgData name="동현 이" userId="99cd9cdf2e76de8a" providerId="LiveId" clId="{54AE4E56-73B1-49A8-9356-ED31C6BF2F97}" dt="2026-05-21T12:48:13.628" v="2133" actId="20577"/>
        <pc:sldMkLst>
          <pc:docMk/>
          <pc:sldMk cId="0" sldId="273"/>
        </pc:sldMkLst>
        <pc:spChg chg="mod">
          <ac:chgData name="동현 이" userId="99cd9cdf2e76de8a" providerId="LiveId" clId="{54AE4E56-73B1-49A8-9356-ED31C6BF2F97}" dt="2026-05-21T12:48:13.628" v="2133" actId="20577"/>
          <ac:spMkLst>
            <pc:docMk/>
            <pc:sldMk cId="0" sldId="273"/>
            <ac:spMk id="5" creationId="{00000000-0000-0000-0000-000000000000}"/>
          </ac:spMkLst>
        </pc:spChg>
      </pc:sldChg>
      <pc:sldChg chg="addSp delSp modSp mod">
        <pc:chgData name="동현 이" userId="99cd9cdf2e76de8a" providerId="LiveId" clId="{54AE4E56-73B1-49A8-9356-ED31C6BF2F97}" dt="2026-05-21T12:49:57.164" v="2250" actId="113"/>
        <pc:sldMkLst>
          <pc:docMk/>
          <pc:sldMk cId="0" sldId="274"/>
        </pc:sldMkLst>
        <pc:spChg chg="mod">
          <ac:chgData name="동현 이" userId="99cd9cdf2e76de8a" providerId="LiveId" clId="{54AE4E56-73B1-49A8-9356-ED31C6BF2F97}" dt="2026-05-21T06:03:25.884" v="1385" actId="20577"/>
          <ac:spMkLst>
            <pc:docMk/>
            <pc:sldMk cId="0" sldId="274"/>
            <ac:spMk id="4" creationId="{00000000-0000-0000-0000-000000000000}"/>
          </ac:spMkLst>
        </pc:spChg>
        <pc:spChg chg="mod">
          <ac:chgData name="동현 이" userId="99cd9cdf2e76de8a" providerId="LiveId" clId="{54AE4E56-73B1-49A8-9356-ED31C6BF2F97}" dt="2026-05-21T12:49:57.164" v="2250" actId="113"/>
          <ac:spMkLst>
            <pc:docMk/>
            <pc:sldMk cId="0" sldId="274"/>
            <ac:spMk id="5" creationId="{00000000-0000-0000-0000-000000000000}"/>
          </ac:spMkLst>
        </pc:spChg>
        <pc:spChg chg="mod">
          <ac:chgData name="동현 이" userId="99cd9cdf2e76de8a" providerId="LiveId" clId="{54AE4E56-73B1-49A8-9356-ED31C6BF2F97}" dt="2026-05-21T10:58:53.440" v="1471" actId="1076"/>
          <ac:spMkLst>
            <pc:docMk/>
            <pc:sldMk cId="0" sldId="274"/>
            <ac:spMk id="6" creationId="{00000000-0000-0000-0000-000000000000}"/>
          </ac:spMkLst>
        </pc:spChg>
        <pc:spChg chg="mod">
          <ac:chgData name="동현 이" userId="99cd9cdf2e76de8a" providerId="LiveId" clId="{54AE4E56-73B1-49A8-9356-ED31C6BF2F97}" dt="2026-05-21T12:47:08.991" v="2130" actId="20577"/>
          <ac:spMkLst>
            <pc:docMk/>
            <pc:sldMk cId="0" sldId="274"/>
            <ac:spMk id="11" creationId="{00000000-0000-0000-0000-000000000000}"/>
          </ac:spMkLst>
        </pc:spChg>
        <pc:spChg chg="mod topLvl">
          <ac:chgData name="동현 이" userId="99cd9cdf2e76de8a" providerId="LiveId" clId="{54AE4E56-73B1-49A8-9356-ED31C6BF2F97}" dt="2026-05-21T11:13:33.616" v="1680" actId="554"/>
          <ac:spMkLst>
            <pc:docMk/>
            <pc:sldMk cId="0" sldId="274"/>
            <ac:spMk id="14" creationId="{00000000-0000-0000-0000-000000000000}"/>
          </ac:spMkLst>
        </pc:spChg>
        <pc:spChg chg="mod">
          <ac:chgData name="동현 이" userId="99cd9cdf2e76de8a" providerId="LiveId" clId="{54AE4E56-73B1-49A8-9356-ED31C6BF2F97}" dt="2026-05-21T11:14:07.511" v="1684" actId="408"/>
          <ac:spMkLst>
            <pc:docMk/>
            <pc:sldMk cId="0" sldId="274"/>
            <ac:spMk id="15" creationId="{00000000-0000-0000-0000-000000000000}"/>
          </ac:spMkLst>
        </pc:spChg>
        <pc:spChg chg="mod topLvl">
          <ac:chgData name="동현 이" userId="99cd9cdf2e76de8a" providerId="LiveId" clId="{54AE4E56-73B1-49A8-9356-ED31C6BF2F97}" dt="2026-05-21T11:14:21.540" v="1686" actId="465"/>
          <ac:spMkLst>
            <pc:docMk/>
            <pc:sldMk cId="0" sldId="274"/>
            <ac:spMk id="16" creationId="{00000000-0000-0000-0000-000000000000}"/>
          </ac:spMkLst>
        </pc:spChg>
        <pc:spChg chg="mod">
          <ac:chgData name="동현 이" userId="99cd9cdf2e76de8a" providerId="LiveId" clId="{54AE4E56-73B1-49A8-9356-ED31C6BF2F97}" dt="2026-05-21T11:14:15.683" v="1685" actId="465"/>
          <ac:spMkLst>
            <pc:docMk/>
            <pc:sldMk cId="0" sldId="274"/>
            <ac:spMk id="17" creationId="{00000000-0000-0000-0000-000000000000}"/>
          </ac:spMkLst>
        </pc:spChg>
        <pc:spChg chg="mod topLvl">
          <ac:chgData name="동현 이" userId="99cd9cdf2e76de8a" providerId="LiveId" clId="{54AE4E56-73B1-49A8-9356-ED31C6BF2F97}" dt="2026-05-21T11:14:07.511" v="1684" actId="408"/>
          <ac:spMkLst>
            <pc:docMk/>
            <pc:sldMk cId="0" sldId="274"/>
            <ac:spMk id="18" creationId="{00000000-0000-0000-0000-000000000000}"/>
          </ac:spMkLst>
        </pc:spChg>
        <pc:spChg chg="mod">
          <ac:chgData name="동현 이" userId="99cd9cdf2e76de8a" providerId="LiveId" clId="{54AE4E56-73B1-49A8-9356-ED31C6BF2F97}" dt="2026-05-21T11:12:02.169" v="1660" actId="1076"/>
          <ac:spMkLst>
            <pc:docMk/>
            <pc:sldMk cId="0" sldId="274"/>
            <ac:spMk id="19" creationId="{00000000-0000-0000-0000-000000000000}"/>
          </ac:spMkLst>
        </pc:spChg>
        <pc:spChg chg="del mod">
          <ac:chgData name="동현 이" userId="99cd9cdf2e76de8a" providerId="LiveId" clId="{54AE4E56-73B1-49A8-9356-ED31C6BF2F97}" dt="2026-05-21T10:57:24.953" v="1460" actId="478"/>
          <ac:spMkLst>
            <pc:docMk/>
            <pc:sldMk cId="0" sldId="274"/>
            <ac:spMk id="20" creationId="{00000000-0000-0000-0000-000000000000}"/>
          </ac:spMkLst>
        </pc:spChg>
        <pc:spChg chg="del">
          <ac:chgData name="동현 이" userId="99cd9cdf2e76de8a" providerId="LiveId" clId="{54AE4E56-73B1-49A8-9356-ED31C6BF2F97}" dt="2026-05-21T10:57:20.762" v="1458" actId="478"/>
          <ac:spMkLst>
            <pc:docMk/>
            <pc:sldMk cId="0" sldId="274"/>
            <ac:spMk id="21" creationId="{00000000-0000-0000-0000-000000000000}"/>
          </ac:spMkLst>
        </pc:spChg>
        <pc:spChg chg="mod">
          <ac:chgData name="동현 이" userId="99cd9cdf2e76de8a" providerId="LiveId" clId="{54AE4E56-73B1-49A8-9356-ED31C6BF2F97}" dt="2026-05-21T06:03:35.720" v="1393" actId="20577"/>
          <ac:spMkLst>
            <pc:docMk/>
            <pc:sldMk cId="0" sldId="274"/>
            <ac:spMk id="23" creationId="{00000000-0000-0000-0000-000000000000}"/>
          </ac:spMkLst>
        </pc:spChg>
        <pc:spChg chg="mod topLvl">
          <ac:chgData name="동현 이" userId="99cd9cdf2e76de8a" providerId="LiveId" clId="{54AE4E56-73B1-49A8-9356-ED31C6BF2F97}" dt="2026-05-21T11:11:45.431" v="1658" actId="165"/>
          <ac:spMkLst>
            <pc:docMk/>
            <pc:sldMk cId="0" sldId="274"/>
            <ac:spMk id="24" creationId="{00000000-0000-0000-0000-000000000000}"/>
          </ac:spMkLst>
        </pc:spChg>
        <pc:spChg chg="mod topLvl">
          <ac:chgData name="동현 이" userId="99cd9cdf2e76de8a" providerId="LiveId" clId="{54AE4E56-73B1-49A8-9356-ED31C6BF2F97}" dt="2026-05-21T11:11:45.431" v="1658" actId="165"/>
          <ac:spMkLst>
            <pc:docMk/>
            <pc:sldMk cId="0" sldId="274"/>
            <ac:spMk id="25" creationId="{00000000-0000-0000-0000-000000000000}"/>
          </ac:spMkLst>
        </pc:spChg>
        <pc:spChg chg="mod topLvl">
          <ac:chgData name="동현 이" userId="99cd9cdf2e76de8a" providerId="LiveId" clId="{54AE4E56-73B1-49A8-9356-ED31C6BF2F97}" dt="2026-05-21T11:14:33.373" v="1688" actId="465"/>
          <ac:spMkLst>
            <pc:docMk/>
            <pc:sldMk cId="0" sldId="274"/>
            <ac:spMk id="26" creationId="{00000000-0000-0000-0000-000000000000}"/>
          </ac:spMkLst>
        </pc:spChg>
        <pc:spChg chg="mod topLvl">
          <ac:chgData name="동현 이" userId="99cd9cdf2e76de8a" providerId="LiveId" clId="{54AE4E56-73B1-49A8-9356-ED31C6BF2F97}" dt="2026-05-21T11:14:27.973" v="1687" actId="465"/>
          <ac:spMkLst>
            <pc:docMk/>
            <pc:sldMk cId="0" sldId="274"/>
            <ac:spMk id="27" creationId="{00000000-0000-0000-0000-000000000000}"/>
          </ac:spMkLst>
        </pc:spChg>
        <pc:spChg chg="mod topLvl">
          <ac:chgData name="동현 이" userId="99cd9cdf2e76de8a" providerId="LiveId" clId="{54AE4E56-73B1-49A8-9356-ED31C6BF2F97}" dt="2026-05-21T11:11:45.431" v="1658" actId="165"/>
          <ac:spMkLst>
            <pc:docMk/>
            <pc:sldMk cId="0" sldId="274"/>
            <ac:spMk id="28" creationId="{00000000-0000-0000-0000-000000000000}"/>
          </ac:spMkLst>
        </pc:spChg>
        <pc:spChg chg="mod topLvl">
          <ac:chgData name="동현 이" userId="99cd9cdf2e76de8a" providerId="LiveId" clId="{54AE4E56-73B1-49A8-9356-ED31C6BF2F97}" dt="2026-05-21T11:11:45.431" v="1658" actId="165"/>
          <ac:spMkLst>
            <pc:docMk/>
            <pc:sldMk cId="0" sldId="274"/>
            <ac:spMk id="29" creationId="{00000000-0000-0000-0000-000000000000}"/>
          </ac:spMkLst>
        </pc:spChg>
        <pc:spChg chg="del">
          <ac:chgData name="동현 이" userId="99cd9cdf2e76de8a" providerId="LiveId" clId="{54AE4E56-73B1-49A8-9356-ED31C6BF2F97}" dt="2026-05-21T11:08:19.257" v="1590" actId="478"/>
          <ac:spMkLst>
            <pc:docMk/>
            <pc:sldMk cId="0" sldId="274"/>
            <ac:spMk id="30" creationId="{00000000-0000-0000-0000-000000000000}"/>
          </ac:spMkLst>
        </pc:spChg>
        <pc:spChg chg="del">
          <ac:chgData name="동현 이" userId="99cd9cdf2e76de8a" providerId="LiveId" clId="{54AE4E56-73B1-49A8-9356-ED31C6BF2F97}" dt="2026-05-21T11:08:19.257" v="1590" actId="478"/>
          <ac:spMkLst>
            <pc:docMk/>
            <pc:sldMk cId="0" sldId="274"/>
            <ac:spMk id="31" creationId="{00000000-0000-0000-0000-000000000000}"/>
          </ac:spMkLst>
        </pc:spChg>
        <pc:spChg chg="del">
          <ac:chgData name="동현 이" userId="99cd9cdf2e76de8a" providerId="LiveId" clId="{54AE4E56-73B1-49A8-9356-ED31C6BF2F97}" dt="2026-05-21T11:08:19.257" v="1590" actId="478"/>
          <ac:spMkLst>
            <pc:docMk/>
            <pc:sldMk cId="0" sldId="274"/>
            <ac:spMk id="32" creationId="{00000000-0000-0000-0000-000000000000}"/>
          </ac:spMkLst>
        </pc:spChg>
        <pc:spChg chg="del">
          <ac:chgData name="동현 이" userId="99cd9cdf2e76de8a" providerId="LiveId" clId="{54AE4E56-73B1-49A8-9356-ED31C6BF2F97}" dt="2026-05-21T11:08:19.257" v="1590" actId="478"/>
          <ac:spMkLst>
            <pc:docMk/>
            <pc:sldMk cId="0" sldId="274"/>
            <ac:spMk id="33" creationId="{00000000-0000-0000-0000-000000000000}"/>
          </ac:spMkLst>
        </pc:spChg>
        <pc:grpChg chg="add del mod">
          <ac:chgData name="동현 이" userId="99cd9cdf2e76de8a" providerId="LiveId" clId="{54AE4E56-73B1-49A8-9356-ED31C6BF2F97}" dt="2026-05-21T11:11:45.431" v="1658" actId="165"/>
          <ac:grpSpMkLst>
            <pc:docMk/>
            <pc:sldMk cId="0" sldId="274"/>
            <ac:grpSpMk id="20" creationId="{EC4F0422-EF67-5D85-3338-20B601978244}"/>
          </ac:grpSpMkLst>
        </pc:grpChg>
        <pc:grpChg chg="add del mod">
          <ac:chgData name="동현 이" userId="99cd9cdf2e76de8a" providerId="LiveId" clId="{54AE4E56-73B1-49A8-9356-ED31C6BF2F97}" dt="2026-05-21T11:11:45.431" v="1658" actId="165"/>
          <ac:grpSpMkLst>
            <pc:docMk/>
            <pc:sldMk cId="0" sldId="274"/>
            <ac:grpSpMk id="21" creationId="{06AC0A25-4B75-6CBC-20A8-C2A65ACF07A7}"/>
          </ac:grpSpMkLst>
        </pc:grpChg>
        <pc:grpChg chg="add del mod">
          <ac:chgData name="동현 이" userId="99cd9cdf2e76de8a" providerId="LiveId" clId="{54AE4E56-73B1-49A8-9356-ED31C6BF2F97}" dt="2026-05-21T11:11:45.431" v="1658" actId="165"/>
          <ac:grpSpMkLst>
            <pc:docMk/>
            <pc:sldMk cId="0" sldId="274"/>
            <ac:grpSpMk id="37" creationId="{7221B523-BBED-E7AC-512D-530453D739D5}"/>
          </ac:grpSpMkLst>
        </pc:grpChg>
        <pc:grpChg chg="add del mod">
          <ac:chgData name="동현 이" userId="99cd9cdf2e76de8a" providerId="LiveId" clId="{54AE4E56-73B1-49A8-9356-ED31C6BF2F97}" dt="2026-05-21T10:58:39.447" v="1468" actId="165"/>
          <ac:grpSpMkLst>
            <pc:docMk/>
            <pc:sldMk cId="0" sldId="274"/>
            <ac:grpSpMk id="37" creationId="{AE948E4D-CEF0-EF15-10C7-2E4F7C0FEC36}"/>
          </ac:grpSpMkLst>
        </pc:grpChg>
        <pc:grpChg chg="add mod">
          <ac:chgData name="동현 이" userId="99cd9cdf2e76de8a" providerId="LiveId" clId="{54AE4E56-73B1-49A8-9356-ED31C6BF2F97}" dt="2026-05-21T11:12:36.757" v="1665" actId="164"/>
          <ac:grpSpMkLst>
            <pc:docMk/>
            <pc:sldMk cId="0" sldId="274"/>
            <ac:grpSpMk id="38" creationId="{0CBADD65-9C3F-68F4-E98A-730677B43947}"/>
          </ac:grpSpMkLst>
        </pc:grpChg>
      </pc:sldChg>
      <pc:sldChg chg="addSp delSp modSp del mod">
        <pc:chgData name="동현 이" userId="99cd9cdf2e76de8a" providerId="LiveId" clId="{54AE4E56-73B1-49A8-9356-ED31C6BF2F97}" dt="2026-05-20T12:43:50.724" v="366" actId="47"/>
        <pc:sldMkLst>
          <pc:docMk/>
          <pc:sldMk cId="3102617166" sldId="276"/>
        </pc:sldMkLst>
        <pc:spChg chg="add del mod">
          <ac:chgData name="동현 이" userId="99cd9cdf2e76de8a" providerId="LiveId" clId="{54AE4E56-73B1-49A8-9356-ED31C6BF2F97}" dt="2026-05-20T12:43:49.477" v="365" actId="478"/>
          <ac:spMkLst>
            <pc:docMk/>
            <pc:sldMk cId="3102617166" sldId="276"/>
            <ac:spMk id="3" creationId="{B793D862-E1F9-6C31-29F8-817A25635009}"/>
          </ac:spMkLst>
        </pc:spChg>
        <pc:graphicFrameChg chg="del mod modGraphic">
          <ac:chgData name="동현 이" userId="99cd9cdf2e76de8a" providerId="LiveId" clId="{54AE4E56-73B1-49A8-9356-ED31C6BF2F97}" dt="2026-05-20T12:43:47.360" v="364" actId="478"/>
          <ac:graphicFrameMkLst>
            <pc:docMk/>
            <pc:sldMk cId="3102617166" sldId="276"/>
            <ac:graphicFrameMk id="2" creationId="{A96F0CEE-C864-4D0D-4B11-9FA0A27E134C}"/>
          </ac:graphicFrameMkLst>
        </pc:graphicFrameChg>
      </pc:sldChg>
      <pc:sldChg chg="addSp delSp modSp add mod ord setBg">
        <pc:chgData name="동현 이" userId="99cd9cdf2e76de8a" providerId="LiveId" clId="{54AE4E56-73B1-49A8-9356-ED31C6BF2F97}" dt="2026-05-21T12:46:26.195" v="2118" actId="20577"/>
        <pc:sldMkLst>
          <pc:docMk/>
          <pc:sldMk cId="3416789458" sldId="277"/>
        </pc:sldMkLst>
        <pc:spChg chg="mod">
          <ac:chgData name="동현 이" userId="99cd9cdf2e76de8a" providerId="LiveId" clId="{54AE4E56-73B1-49A8-9356-ED31C6BF2F97}" dt="2026-05-20T13:12:06.093" v="1055" actId="2711"/>
          <ac:spMkLst>
            <pc:docMk/>
            <pc:sldMk cId="3416789458" sldId="277"/>
            <ac:spMk id="2" creationId="{AFBD9EDF-B181-F1C6-0995-D266168B6A41}"/>
          </ac:spMkLst>
        </pc:spChg>
        <pc:spChg chg="mod">
          <ac:chgData name="동현 이" userId="99cd9cdf2e76de8a" providerId="LiveId" clId="{54AE4E56-73B1-49A8-9356-ED31C6BF2F97}" dt="2026-05-20T13:12:06.093" v="1055" actId="2711"/>
          <ac:spMkLst>
            <pc:docMk/>
            <pc:sldMk cId="3416789458" sldId="277"/>
            <ac:spMk id="3" creationId="{4E3BF8B1-884D-B00C-5ADD-AB60D0C62960}"/>
          </ac:spMkLst>
        </pc:spChg>
        <pc:spChg chg="mod">
          <ac:chgData name="동현 이" userId="99cd9cdf2e76de8a" providerId="LiveId" clId="{54AE4E56-73B1-49A8-9356-ED31C6BF2F97}" dt="2026-05-20T13:12:06.093" v="1055" actId="2711"/>
          <ac:spMkLst>
            <pc:docMk/>
            <pc:sldMk cId="3416789458" sldId="277"/>
            <ac:spMk id="4" creationId="{8756D05F-78B6-4E39-7803-C94C78A1A477}"/>
          </ac:spMkLst>
        </pc:spChg>
        <pc:spChg chg="mod">
          <ac:chgData name="동현 이" userId="99cd9cdf2e76de8a" providerId="LiveId" clId="{54AE4E56-73B1-49A8-9356-ED31C6BF2F97}" dt="2026-05-20T13:12:06.093" v="1055" actId="2711"/>
          <ac:spMkLst>
            <pc:docMk/>
            <pc:sldMk cId="3416789458" sldId="277"/>
            <ac:spMk id="5" creationId="{4C963F2F-491F-631A-63F4-9A2D31B128C8}"/>
          </ac:spMkLst>
        </pc:spChg>
        <pc:spChg chg="mod">
          <ac:chgData name="동현 이" userId="99cd9cdf2e76de8a" providerId="LiveId" clId="{54AE4E56-73B1-49A8-9356-ED31C6BF2F97}" dt="2026-05-20T13:12:06.093" v="1055" actId="2711"/>
          <ac:spMkLst>
            <pc:docMk/>
            <pc:sldMk cId="3416789458" sldId="277"/>
            <ac:spMk id="6" creationId="{92E576E8-F4D5-F6C6-01A2-60EF709AA311}"/>
          </ac:spMkLst>
        </pc:spChg>
        <pc:spChg chg="del">
          <ac:chgData name="동현 이" userId="99cd9cdf2e76de8a" providerId="LiveId" clId="{54AE4E56-73B1-49A8-9356-ED31C6BF2F97}" dt="2026-05-20T12:37:23.827" v="50" actId="478"/>
          <ac:spMkLst>
            <pc:docMk/>
            <pc:sldMk cId="3416789458" sldId="277"/>
            <ac:spMk id="7" creationId="{5A32952D-1616-DF13-CC52-9225267418BC}"/>
          </ac:spMkLst>
        </pc:spChg>
        <pc:spChg chg="mod">
          <ac:chgData name="동현 이" userId="99cd9cdf2e76de8a" providerId="LiveId" clId="{54AE4E56-73B1-49A8-9356-ED31C6BF2F97}" dt="2026-05-20T13:12:06.093" v="1055" actId="2711"/>
          <ac:spMkLst>
            <pc:docMk/>
            <pc:sldMk cId="3416789458" sldId="277"/>
            <ac:spMk id="9" creationId="{CE3CEDDE-BEFB-AFF7-C5C8-E9BB285E3614}"/>
          </ac:spMkLst>
        </pc:spChg>
        <pc:spChg chg="mod">
          <ac:chgData name="동현 이" userId="99cd9cdf2e76de8a" providerId="LiveId" clId="{54AE4E56-73B1-49A8-9356-ED31C6BF2F97}" dt="2026-05-20T13:12:06.093" v="1055" actId="2711"/>
          <ac:spMkLst>
            <pc:docMk/>
            <pc:sldMk cId="3416789458" sldId="277"/>
            <ac:spMk id="10" creationId="{37005A34-82A9-E48B-1DD4-298670C4DAB1}"/>
          </ac:spMkLst>
        </pc:spChg>
        <pc:spChg chg="mod">
          <ac:chgData name="동현 이" userId="99cd9cdf2e76de8a" providerId="LiveId" clId="{54AE4E56-73B1-49A8-9356-ED31C6BF2F97}" dt="2026-05-21T12:46:26.195" v="2118" actId="20577"/>
          <ac:spMkLst>
            <pc:docMk/>
            <pc:sldMk cId="3416789458" sldId="277"/>
            <ac:spMk id="11" creationId="{D48EEF43-8008-E17F-EB6B-FF48FC04E2BF}"/>
          </ac:spMkLst>
        </pc:spChg>
        <pc:spChg chg="del">
          <ac:chgData name="동현 이" userId="99cd9cdf2e76de8a" providerId="LiveId" clId="{54AE4E56-73B1-49A8-9356-ED31C6BF2F97}" dt="2026-05-20T12:37:23.827" v="50" actId="478"/>
          <ac:spMkLst>
            <pc:docMk/>
            <pc:sldMk cId="3416789458" sldId="277"/>
            <ac:spMk id="15" creationId="{FA17EA50-F61F-AFFA-7F94-BD2281F1815B}"/>
          </ac:spMkLst>
        </pc:spChg>
        <pc:spChg chg="del">
          <ac:chgData name="동현 이" userId="99cd9cdf2e76de8a" providerId="LiveId" clId="{54AE4E56-73B1-49A8-9356-ED31C6BF2F97}" dt="2026-05-20T12:37:23.827" v="50" actId="478"/>
          <ac:spMkLst>
            <pc:docMk/>
            <pc:sldMk cId="3416789458" sldId="277"/>
            <ac:spMk id="16" creationId="{FC6EC7F3-5025-D3D4-47D4-506A04FA591F}"/>
          </ac:spMkLst>
        </pc:spChg>
        <pc:spChg chg="del">
          <ac:chgData name="동현 이" userId="99cd9cdf2e76de8a" providerId="LiveId" clId="{54AE4E56-73B1-49A8-9356-ED31C6BF2F97}" dt="2026-05-20T12:37:23.827" v="50" actId="478"/>
          <ac:spMkLst>
            <pc:docMk/>
            <pc:sldMk cId="3416789458" sldId="277"/>
            <ac:spMk id="18" creationId="{0FBC5CC0-C180-7D4B-98C2-8F1542D5C998}"/>
          </ac:spMkLst>
        </pc:spChg>
        <pc:spChg chg="del">
          <ac:chgData name="동현 이" userId="99cd9cdf2e76de8a" providerId="LiveId" clId="{54AE4E56-73B1-49A8-9356-ED31C6BF2F97}" dt="2026-05-20T12:37:23.827" v="50" actId="478"/>
          <ac:spMkLst>
            <pc:docMk/>
            <pc:sldMk cId="3416789458" sldId="277"/>
            <ac:spMk id="21" creationId="{A8EFC65A-D09E-8DAB-882B-43B0888C4611}"/>
          </ac:spMkLst>
        </pc:spChg>
        <pc:spChg chg="del">
          <ac:chgData name="동현 이" userId="99cd9cdf2e76de8a" providerId="LiveId" clId="{54AE4E56-73B1-49A8-9356-ED31C6BF2F97}" dt="2026-05-20T12:37:23.827" v="50" actId="478"/>
          <ac:spMkLst>
            <pc:docMk/>
            <pc:sldMk cId="3416789458" sldId="277"/>
            <ac:spMk id="23" creationId="{C9192BD2-4A60-EBDC-078C-1DA00C86FE98}"/>
          </ac:spMkLst>
        </pc:spChg>
        <pc:spChg chg="del">
          <ac:chgData name="동현 이" userId="99cd9cdf2e76de8a" providerId="LiveId" clId="{54AE4E56-73B1-49A8-9356-ED31C6BF2F97}" dt="2026-05-20T12:37:23.827" v="50" actId="478"/>
          <ac:spMkLst>
            <pc:docMk/>
            <pc:sldMk cId="3416789458" sldId="277"/>
            <ac:spMk id="27" creationId="{F36613EA-B225-7B23-BEBA-B1F0D0239E60}"/>
          </ac:spMkLst>
        </pc:spChg>
        <pc:spChg chg="del">
          <ac:chgData name="동현 이" userId="99cd9cdf2e76de8a" providerId="LiveId" clId="{54AE4E56-73B1-49A8-9356-ED31C6BF2F97}" dt="2026-05-20T12:37:23.827" v="50" actId="478"/>
          <ac:spMkLst>
            <pc:docMk/>
            <pc:sldMk cId="3416789458" sldId="277"/>
            <ac:spMk id="29" creationId="{71CEE7CB-95A7-044A-C5DE-AFD038F0E7D4}"/>
          </ac:spMkLst>
        </pc:spChg>
        <pc:spChg chg="del">
          <ac:chgData name="동현 이" userId="99cd9cdf2e76de8a" providerId="LiveId" clId="{54AE4E56-73B1-49A8-9356-ED31C6BF2F97}" dt="2026-05-20T12:37:23.827" v="50" actId="478"/>
          <ac:spMkLst>
            <pc:docMk/>
            <pc:sldMk cId="3416789458" sldId="277"/>
            <ac:spMk id="30" creationId="{AB34189B-444E-5515-5D2A-654482F524DF}"/>
          </ac:spMkLst>
        </pc:spChg>
        <pc:spChg chg="del">
          <ac:chgData name="동현 이" userId="99cd9cdf2e76de8a" providerId="LiveId" clId="{54AE4E56-73B1-49A8-9356-ED31C6BF2F97}" dt="2026-05-20T12:37:23.827" v="50" actId="478"/>
          <ac:spMkLst>
            <pc:docMk/>
            <pc:sldMk cId="3416789458" sldId="277"/>
            <ac:spMk id="31" creationId="{23F7B443-93E7-AFBD-DBD3-249055DC05AB}"/>
          </ac:spMkLst>
        </pc:spChg>
        <pc:spChg chg="add del">
          <ac:chgData name="동현 이" userId="99cd9cdf2e76de8a" providerId="LiveId" clId="{54AE4E56-73B1-49A8-9356-ED31C6BF2F97}" dt="2026-05-20T12:38:33.487" v="64" actId="22"/>
          <ac:spMkLst>
            <pc:docMk/>
            <pc:sldMk cId="3416789458" sldId="277"/>
            <ac:spMk id="37" creationId="{16990BF4-2EE7-72E7-14B3-A62EB302C9E0}"/>
          </ac:spMkLst>
        </pc:spChg>
        <pc:spChg chg="add del">
          <ac:chgData name="동현 이" userId="99cd9cdf2e76de8a" providerId="LiveId" clId="{54AE4E56-73B1-49A8-9356-ED31C6BF2F97}" dt="2026-05-20T12:38:37.075" v="66" actId="22"/>
          <ac:spMkLst>
            <pc:docMk/>
            <pc:sldMk cId="3416789458" sldId="277"/>
            <ac:spMk id="39" creationId="{CC1B7F73-397D-E85D-E55E-E78623B4ADEA}"/>
          </ac:spMkLst>
        </pc:spChg>
        <pc:spChg chg="add del">
          <ac:chgData name="동현 이" userId="99cd9cdf2e76de8a" providerId="LiveId" clId="{54AE4E56-73B1-49A8-9356-ED31C6BF2F97}" dt="2026-05-20T12:42:51.974" v="241" actId="22"/>
          <ac:spMkLst>
            <pc:docMk/>
            <pc:sldMk cId="3416789458" sldId="277"/>
            <ac:spMk id="43" creationId="{BBD9348E-36A8-47B7-246D-E072FC59E8DA}"/>
          </ac:spMkLst>
        </pc:spChg>
        <pc:spChg chg="add del mod">
          <ac:chgData name="동현 이" userId="99cd9cdf2e76de8a" providerId="LiveId" clId="{54AE4E56-73B1-49A8-9356-ED31C6BF2F97}" dt="2026-05-20T12:59:04.748" v="832" actId="478"/>
          <ac:spMkLst>
            <pc:docMk/>
            <pc:sldMk cId="3416789458" sldId="277"/>
            <ac:spMk id="44" creationId="{17C57882-EF21-E307-9B3B-853BC50C8A25}"/>
          </ac:spMkLst>
        </pc:spChg>
        <pc:spChg chg="add del mod">
          <ac:chgData name="동현 이" userId="99cd9cdf2e76de8a" providerId="LiveId" clId="{54AE4E56-73B1-49A8-9356-ED31C6BF2F97}" dt="2026-05-20T13:03:41.750" v="1016" actId="478"/>
          <ac:spMkLst>
            <pc:docMk/>
            <pc:sldMk cId="3416789458" sldId="277"/>
            <ac:spMk id="45" creationId="{6174A8E0-F72A-6D58-ABA2-CC0E73E76FB6}"/>
          </ac:spMkLst>
        </pc:spChg>
        <pc:spChg chg="add mod">
          <ac:chgData name="동현 이" userId="99cd9cdf2e76de8a" providerId="LiveId" clId="{54AE4E56-73B1-49A8-9356-ED31C6BF2F97}" dt="2026-05-20T13:17:23.673" v="1199" actId="207"/>
          <ac:spMkLst>
            <pc:docMk/>
            <pc:sldMk cId="3416789458" sldId="277"/>
            <ac:spMk id="46" creationId="{5135C9C0-1EB1-EA05-32DD-EBDBBAC39381}"/>
          </ac:spMkLst>
        </pc:spChg>
        <pc:spChg chg="add mod">
          <ac:chgData name="동현 이" userId="99cd9cdf2e76de8a" providerId="LiveId" clId="{54AE4E56-73B1-49A8-9356-ED31C6BF2F97}" dt="2026-05-20T12:59:36.364" v="835" actId="571"/>
          <ac:spMkLst>
            <pc:docMk/>
            <pc:sldMk cId="3416789458" sldId="277"/>
            <ac:spMk id="47" creationId="{26D91E5D-9FE1-97E9-8253-8DA07276BEAE}"/>
          </ac:spMkLst>
        </pc:spChg>
        <pc:spChg chg="add mod">
          <ac:chgData name="동현 이" userId="99cd9cdf2e76de8a" providerId="LiveId" clId="{54AE4E56-73B1-49A8-9356-ED31C6BF2F97}" dt="2026-05-20T12:59:36.364" v="835" actId="571"/>
          <ac:spMkLst>
            <pc:docMk/>
            <pc:sldMk cId="3416789458" sldId="277"/>
            <ac:spMk id="48" creationId="{433B2B74-EC05-C9FC-C8D3-71D0F9933999}"/>
          </ac:spMkLst>
        </pc:spChg>
        <pc:spChg chg="add mod">
          <ac:chgData name="동현 이" userId="99cd9cdf2e76de8a" providerId="LiveId" clId="{54AE4E56-73B1-49A8-9356-ED31C6BF2F97}" dt="2026-05-20T12:59:36.364" v="835" actId="571"/>
          <ac:spMkLst>
            <pc:docMk/>
            <pc:sldMk cId="3416789458" sldId="277"/>
            <ac:spMk id="49" creationId="{EBF92DE4-7BB6-CF67-EE3D-FD48A06744F6}"/>
          </ac:spMkLst>
        </pc:spChg>
        <pc:spChg chg="add mod">
          <ac:chgData name="동현 이" userId="99cd9cdf2e76de8a" providerId="LiveId" clId="{54AE4E56-73B1-49A8-9356-ED31C6BF2F97}" dt="2026-05-20T12:59:36.364" v="835" actId="571"/>
          <ac:spMkLst>
            <pc:docMk/>
            <pc:sldMk cId="3416789458" sldId="277"/>
            <ac:spMk id="50" creationId="{0286317F-3B80-8CBF-C96A-754CD1FA14FB}"/>
          </ac:spMkLst>
        </pc:spChg>
        <pc:spChg chg="add mod">
          <ac:chgData name="동현 이" userId="99cd9cdf2e76de8a" providerId="LiveId" clId="{54AE4E56-73B1-49A8-9356-ED31C6BF2F97}" dt="2026-05-20T12:59:36.364" v="835" actId="571"/>
          <ac:spMkLst>
            <pc:docMk/>
            <pc:sldMk cId="3416789458" sldId="277"/>
            <ac:spMk id="51" creationId="{4CCCFAD8-9EC3-8831-5585-5AAFEC714AC8}"/>
          </ac:spMkLst>
        </pc:spChg>
        <pc:spChg chg="add mod">
          <ac:chgData name="동현 이" userId="99cd9cdf2e76de8a" providerId="LiveId" clId="{54AE4E56-73B1-49A8-9356-ED31C6BF2F97}" dt="2026-05-20T12:59:36.364" v="835" actId="571"/>
          <ac:spMkLst>
            <pc:docMk/>
            <pc:sldMk cId="3416789458" sldId="277"/>
            <ac:spMk id="52" creationId="{F16F231A-E7E0-D909-03BB-E7B1BEC85EE5}"/>
          </ac:spMkLst>
        </pc:spChg>
        <pc:spChg chg="add mod">
          <ac:chgData name="동현 이" userId="99cd9cdf2e76de8a" providerId="LiveId" clId="{54AE4E56-73B1-49A8-9356-ED31C6BF2F97}" dt="2026-05-20T12:59:36.364" v="835" actId="571"/>
          <ac:spMkLst>
            <pc:docMk/>
            <pc:sldMk cId="3416789458" sldId="277"/>
            <ac:spMk id="53" creationId="{55C137B4-5F47-B940-D6DA-1CE3DB1F5159}"/>
          </ac:spMkLst>
        </pc:spChg>
        <pc:spChg chg="add mod">
          <ac:chgData name="동현 이" userId="99cd9cdf2e76de8a" providerId="LiveId" clId="{54AE4E56-73B1-49A8-9356-ED31C6BF2F97}" dt="2026-05-20T12:59:36.364" v="835" actId="571"/>
          <ac:spMkLst>
            <pc:docMk/>
            <pc:sldMk cId="3416789458" sldId="277"/>
            <ac:spMk id="54" creationId="{0E09415C-3D84-0B02-AA60-58F43CB3398C}"/>
          </ac:spMkLst>
        </pc:spChg>
        <pc:spChg chg="add mod">
          <ac:chgData name="동현 이" userId="99cd9cdf2e76de8a" providerId="LiveId" clId="{54AE4E56-73B1-49A8-9356-ED31C6BF2F97}" dt="2026-05-20T12:59:36.364" v="835" actId="571"/>
          <ac:spMkLst>
            <pc:docMk/>
            <pc:sldMk cId="3416789458" sldId="277"/>
            <ac:spMk id="56" creationId="{5627AA1F-B3D0-7F70-6E3E-CDB1C2E7AB98}"/>
          </ac:spMkLst>
        </pc:spChg>
        <pc:spChg chg="add mod">
          <ac:chgData name="동현 이" userId="99cd9cdf2e76de8a" providerId="LiveId" clId="{54AE4E56-73B1-49A8-9356-ED31C6BF2F97}" dt="2026-05-20T12:59:36.364" v="835" actId="571"/>
          <ac:spMkLst>
            <pc:docMk/>
            <pc:sldMk cId="3416789458" sldId="277"/>
            <ac:spMk id="57" creationId="{4965D65E-AC34-0118-3D53-17975BAA3BFB}"/>
          </ac:spMkLst>
        </pc:spChg>
        <pc:spChg chg="add mod">
          <ac:chgData name="동현 이" userId="99cd9cdf2e76de8a" providerId="LiveId" clId="{54AE4E56-73B1-49A8-9356-ED31C6BF2F97}" dt="2026-05-20T13:17:23.673" v="1199" actId="207"/>
          <ac:spMkLst>
            <pc:docMk/>
            <pc:sldMk cId="3416789458" sldId="277"/>
            <ac:spMk id="58" creationId="{35DE0E9D-1306-6CEC-4DC5-14FCC634B352}"/>
          </ac:spMkLst>
        </pc:spChg>
        <pc:spChg chg="add mod">
          <ac:chgData name="동현 이" userId="99cd9cdf2e76de8a" providerId="LiveId" clId="{54AE4E56-73B1-49A8-9356-ED31C6BF2F97}" dt="2026-05-20T13:17:27.287" v="1200" actId="113"/>
          <ac:spMkLst>
            <pc:docMk/>
            <pc:sldMk cId="3416789458" sldId="277"/>
            <ac:spMk id="59" creationId="{0AE085F2-726E-34B9-2A17-38E2311DFDCA}"/>
          </ac:spMkLst>
        </pc:spChg>
        <pc:spChg chg="add mod">
          <ac:chgData name="동현 이" userId="99cd9cdf2e76de8a" providerId="LiveId" clId="{54AE4E56-73B1-49A8-9356-ED31C6BF2F97}" dt="2026-05-20T13:13:47.473" v="1067"/>
          <ac:spMkLst>
            <pc:docMk/>
            <pc:sldMk cId="3416789458" sldId="277"/>
            <ac:spMk id="60" creationId="{6E2F5308-6EA4-A6C8-E2EE-6E9B8C734AB3}"/>
          </ac:spMkLst>
        </pc:spChg>
        <pc:spChg chg="add mod">
          <ac:chgData name="동현 이" userId="99cd9cdf2e76de8a" providerId="LiveId" clId="{54AE4E56-73B1-49A8-9356-ED31C6BF2F97}" dt="2026-05-20T13:13:56.765" v="1068"/>
          <ac:spMkLst>
            <pc:docMk/>
            <pc:sldMk cId="3416789458" sldId="277"/>
            <ac:spMk id="61" creationId="{09AAD63C-7C62-6234-8C53-9900118C3EF2}"/>
          </ac:spMkLst>
        </pc:spChg>
        <pc:spChg chg="add del mod">
          <ac:chgData name="동현 이" userId="99cd9cdf2e76de8a" providerId="LiveId" clId="{54AE4E56-73B1-49A8-9356-ED31C6BF2F97}" dt="2026-05-20T13:16:49.176" v="1170" actId="478"/>
          <ac:spMkLst>
            <pc:docMk/>
            <pc:sldMk cId="3416789458" sldId="277"/>
            <ac:spMk id="62" creationId="{F92DFC17-7D17-D97D-4CB1-2835E94950EA}"/>
          </ac:spMkLst>
        </pc:spChg>
        <pc:spChg chg="add mod">
          <ac:chgData name="동현 이" userId="99cd9cdf2e76de8a" providerId="LiveId" clId="{54AE4E56-73B1-49A8-9356-ED31C6BF2F97}" dt="2026-05-20T13:17:05.962" v="1198" actId="14100"/>
          <ac:spMkLst>
            <pc:docMk/>
            <pc:sldMk cId="3416789458" sldId="277"/>
            <ac:spMk id="63" creationId="{66CF7B9C-F6EC-97AF-3A3D-7E7E5005B3B1}"/>
          </ac:spMkLst>
        </pc:spChg>
        <pc:graphicFrameChg chg="add del mod modGraphic">
          <ac:chgData name="동현 이" userId="99cd9cdf2e76de8a" providerId="LiveId" clId="{54AE4E56-73B1-49A8-9356-ED31C6BF2F97}" dt="2026-05-20T12:41:32.196" v="225" actId="478"/>
          <ac:graphicFrameMkLst>
            <pc:docMk/>
            <pc:sldMk cId="3416789458" sldId="277"/>
            <ac:graphicFrameMk id="40" creationId="{82CD2835-A0EB-1F55-C6B1-42999BEA7A6F}"/>
          </ac:graphicFrameMkLst>
        </pc:graphicFrameChg>
        <pc:graphicFrameChg chg="add mod modGraphic">
          <ac:chgData name="동현 이" userId="99cd9cdf2e76de8a" providerId="LiveId" clId="{54AE4E56-73B1-49A8-9356-ED31C6BF2F97}" dt="2026-05-20T13:13:03.738" v="1063" actId="20577"/>
          <ac:graphicFrameMkLst>
            <pc:docMk/>
            <pc:sldMk cId="3416789458" sldId="277"/>
            <ac:graphicFrameMk id="41" creationId="{437EB3AB-294D-2CB5-4EA2-DBDAAC95BDF7}"/>
          </ac:graphicFrameMkLst>
        </pc:graphicFrameChg>
      </pc:sldChg>
      <pc:sldChg chg="del ord">
        <pc:chgData name="동현 이" userId="99cd9cdf2e76de8a" providerId="LiveId" clId="{54AE4E56-73B1-49A8-9356-ED31C6BF2F97}" dt="2026-05-21T12:46:02.044" v="2117" actId="47"/>
        <pc:sldMkLst>
          <pc:docMk/>
          <pc:sldMk cId="0" sldId="278"/>
        </pc:sldMkLst>
      </pc:sldChg>
      <pc:sldChg chg="del">
        <pc:chgData name="동현 이" userId="99cd9cdf2e76de8a" providerId="LiveId" clId="{54AE4E56-73B1-49A8-9356-ED31C6BF2F97}" dt="2026-05-21T12:46:01.152" v="2116" actId="47"/>
        <pc:sldMkLst>
          <pc:docMk/>
          <pc:sldMk cId="0" sldId="279"/>
        </pc:sldMkLst>
      </pc:sldChg>
      <pc:sldChg chg="add del setBg">
        <pc:chgData name="동현 이" userId="99cd9cdf2e76de8a" providerId="LiveId" clId="{54AE4E56-73B1-49A8-9356-ED31C6BF2F97}" dt="2026-05-21T12:45:35.110" v="2115" actId="47"/>
        <pc:sldMkLst>
          <pc:docMk/>
          <pc:sldMk cId="1406976436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88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2F41-2A25-79FF-DCC1-7A2465CD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E8CBE4-FCB2-9B38-2A82-A4189350C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BF4E7-BA60-6D6F-A5DD-D8F16B2B5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AF8E1-5F78-1109-087E-9295705833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10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YelpZip 기반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가짜 리뷰 탐지 GNN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Multi-relation GNN with Partition Aggregation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029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경희대학교 CODE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02920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강동균  ·  김형민  ·  이동현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</a:t>
            </a:r>
            <a:r>
              <a:rPr lang="en-US" sz="1200" kern="0" spc="400" dirty="0" err="1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학술제</a:t>
            </a:r>
            <a:r>
              <a:rPr lang="en-US" sz="1200" kern="0" spc="4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kern="0" spc="400" dirty="0" err="1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본선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PR-AUC  0.6878    Macro-F1  0.7562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600">
                <a:solidFill>
                  <a:srgbClr val="A0A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Introduction</a:t>
            </a:r>
            <a:endParaRPr lang="en-US" sz="5600"/>
          </a:p>
        </p:txBody>
      </p:sp>
      <p:sp>
        <p:nvSpPr>
          <p:cNvPr id="4" name="Shape 2"/>
          <p:cNvSpPr/>
          <p:nvPr/>
        </p:nvSpPr>
        <p:spPr>
          <a:xfrm>
            <a:off x="548640" y="3429000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정의와 접근 방법</a:t>
            </a:r>
            <a:endParaRPr lang="en-US"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 리뷰는 텍스트가 아니라 네트워크 문제이다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리뷰 문장으로는 정상과 구분이 어렵고, 관계 구조에서 패턴이 드러난다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1-1 : Why GNN?</a:t>
            </a: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세 가지 구조적 어려움이 동시에 작용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YelpZip Dataset (Rayana &amp; Akoglu, 2015)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45720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경희대학교 CODE  |  YelpZip Multi-relation GNN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2697480" cy="2651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2697480" cy="457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73737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600"/>
          </a:p>
        </p:txBody>
      </p:sp>
      <p:sp>
        <p:nvSpPr>
          <p:cNvPr id="15" name="Text 13"/>
          <p:cNvSpPr/>
          <p:nvPr/>
        </p:nvSpPr>
        <p:spPr>
          <a:xfrm>
            <a:off x="68580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 불균형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685800" y="31089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가짜 리뷰 비율 ≈ 13%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 정상이라 예측해도 Accuracy 87%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Accuracy는 부적합 지표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3218688" y="1828800"/>
            <a:ext cx="2697480" cy="2651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218688" y="1828800"/>
            <a:ext cx="2697480" cy="457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447288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73737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600"/>
          </a:p>
        </p:txBody>
      </p:sp>
      <p:sp>
        <p:nvSpPr>
          <p:cNvPr id="20" name="Text 18"/>
          <p:cNvSpPr/>
          <p:nvPr/>
        </p:nvSpPr>
        <p:spPr>
          <a:xfrm>
            <a:off x="3447288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관계적 패턴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3447288" y="31089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텍스트만으론 정상과 유사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작성자·상품·시점에 몰리는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조직적 패턴으로 드러난다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5980176" y="1828800"/>
            <a:ext cx="2697480" cy="2651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980176" y="1828800"/>
            <a:ext cx="2697480" cy="457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208776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73737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600"/>
          </a:p>
        </p:txBody>
      </p:sp>
      <p:sp>
        <p:nvSpPr>
          <p:cNvPr id="25" name="Text 23"/>
          <p:cNvSpPr/>
          <p:nvPr/>
        </p:nvSpPr>
        <p:spPr>
          <a:xfrm>
            <a:off x="6208776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Camouflage</a:t>
            </a:r>
            <a:endParaRPr lang="en-US" sz="1800"/>
          </a:p>
        </p:txBody>
      </p:sp>
      <p:sp>
        <p:nvSpPr>
          <p:cNvPr id="26" name="Text 24"/>
          <p:cNvSpPr/>
          <p:nvPr/>
        </p:nvSpPr>
        <p:spPr>
          <a:xfrm>
            <a:off x="6208776" y="31089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 리뷰는 정상처럼 위장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기반 GNN은 정상 이웃에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섞이면 fraud signal 희석</a:t>
            </a:r>
            <a:endParaRPr lang="en-US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흐름: 데이터부터 대시보드까지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샘플링·피처·관계·모델·평가가 하나의 논리로 연결되어 있다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1-2 : Pipeline Overview</a:t>
            </a: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7단계 흐름 + 3축 가치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Team CODE Analysis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45720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경희대학교 CODE  |  YelpZip Multi-relation GNN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576072" y="1783080"/>
            <a:ext cx="1078992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6072" y="1783080"/>
            <a:ext cx="10789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YelpZip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608K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1728216" y="1783080"/>
            <a:ext cx="1078992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728216" y="1783080"/>
            <a:ext cx="10789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0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연도 필터링</a:t>
            </a:r>
            <a:endParaRPr lang="en-US" altLang="ko-KR" sz="1050" b="1">
              <a:solidFill>
                <a:srgbClr val="262626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buNone/>
            </a:pPr>
            <a:r>
              <a:rPr lang="en-US" sz="10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2014년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2880360" y="1783080"/>
            <a:ext cx="1078992" cy="868680"/>
          </a:xfrm>
          <a:prstGeom prst="rect">
            <a:avLst/>
          </a:prstGeom>
          <a:solidFill>
            <a:srgbClr val="1F1F1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880360" y="1783080"/>
            <a:ext cx="10789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Block 단위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샘플링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032504" y="1783080"/>
            <a:ext cx="1078992" cy="868680"/>
          </a:xfrm>
          <a:prstGeom prst="rect">
            <a:avLst/>
          </a:prstGeom>
          <a:solidFill>
            <a:srgbClr val="1F1F1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032504" y="1783080"/>
            <a:ext cx="10789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A → B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Bridge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5184648" y="1783080"/>
            <a:ext cx="1078992" cy="868680"/>
          </a:xfrm>
          <a:prstGeom prst="rect">
            <a:avLst/>
          </a:prstGeom>
          <a:solidFill>
            <a:srgbClr val="1F1F1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184648" y="1783080"/>
            <a:ext cx="10789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24-dim 피처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4종 Relation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6336792" y="1783080"/>
            <a:ext cx="1078992" cy="868680"/>
          </a:xfrm>
          <a:prstGeom prst="rect">
            <a:avLst/>
          </a:prstGeom>
          <a:solidFill>
            <a:srgbClr val="1F1F1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36792" y="1783080"/>
            <a:ext cx="10789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PMP</a:t>
            </a:r>
            <a:endParaRPr lang="en-US" sz="1050"/>
          </a:p>
          <a:p>
            <a:pPr marL="0" indent="0" algn="ctr">
              <a:buNone/>
            </a:pPr>
            <a:r>
              <a:rPr lang="en-US" sz="105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7488936" y="1783080"/>
            <a:ext cx="1078992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488936" y="1783080"/>
            <a:ext cx="10789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Dashboard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457200" y="3108960"/>
            <a:ext cx="26060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218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보존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45720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Block 단위 샘플링으로 그래프 연결성 유지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3246120" y="3108960"/>
            <a:ext cx="26060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246120" y="3218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신호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324612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행동·별점·시간·텍스트 4개 축을 relation으로 분리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6035040" y="3108960"/>
            <a:ext cx="26060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035040" y="3218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연계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6035040" y="3566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분류가 아닌 대시보드 기반 검수 시스템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차별점: 텍스트는 노드 피처가 아닌 net_utu 관계로 분리하여 그래프 구조 신호로 활용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600">
                <a:solidFill>
                  <a:srgbClr val="A0A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Data &amp; Sampling</a:t>
            </a:r>
            <a:endParaRPr lang="en-US" sz="5600"/>
          </a:p>
        </p:txBody>
      </p:sp>
      <p:sp>
        <p:nvSpPr>
          <p:cNvPr id="4" name="Shape 2"/>
          <p:cNvSpPr/>
          <p:nvPr/>
        </p:nvSpPr>
        <p:spPr>
          <a:xfrm>
            <a:off x="548640" y="3429000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2014년 단일 연도 · 구조 보존형 샘플링 · 24-dim 피처</a:t>
            </a:r>
            <a:endParaRPr lang="en-US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2014년 한 해만 사용했는가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규모, 연중 변동 반영, 시간적 이질성 완화의 세 가지 근거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2-1 : Why 2014?</a:t>
            </a: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단일 연도 선택의 정량적 근거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YelpZip Dataset (2004-2015), Team Analysis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45720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경희대학교 CODE  |  YelpZip Multi-relation GNN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>
                <a:solidFill>
                  <a:srgbClr val="26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600"/>
          </a:p>
        </p:txBody>
      </p:sp>
      <p:sp>
        <p:nvSpPr>
          <p:cNvPr id="13" name="Text 11"/>
          <p:cNvSpPr/>
          <p:nvPr/>
        </p:nvSpPr>
        <p:spPr>
          <a:xfrm>
            <a:off x="1005840" y="1810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규모 충분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005840" y="21305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2014년 = 수집 기간 내 리뷰 수·사용자 활동이 가장 활발한 연도. 단일 연도만으로 18만 건 확보.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>
                <a:solidFill>
                  <a:srgbClr val="26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600"/>
          </a:p>
        </p:txBody>
      </p:sp>
      <p:sp>
        <p:nvSpPr>
          <p:cNvPr id="16" name="Text 14"/>
          <p:cNvSpPr/>
          <p:nvPr/>
        </p:nvSpPr>
        <p:spPr>
          <a:xfrm>
            <a:off x="1005840" y="2679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연중 변동 반영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1005840" y="29992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월 편중을 피하기 위해 12개월 전체 사용. 캠페인·시즌 이벤트 단기 편향 통제.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>
                <a:solidFill>
                  <a:srgbClr val="26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600"/>
          </a:p>
        </p:txBody>
      </p:sp>
      <p:sp>
        <p:nvSpPr>
          <p:cNvPr id="19" name="Text 17"/>
          <p:cNvSpPr/>
          <p:nvPr/>
        </p:nvSpPr>
        <p:spPr>
          <a:xfrm>
            <a:off x="1005840" y="3547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시간적 이질성 완화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1005840" y="38679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11년 데이터의 플랫폼 정책·문화 변화 누적 효과를 단일 연도로 제한.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5212080" y="1783080"/>
            <a:ext cx="3474720" cy="27432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A0A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2014 STATS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5486400" y="2286000"/>
            <a:ext cx="2926080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86400" y="2441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180,659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7223760" y="24414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리뷰 수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548640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101,729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7223760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수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486400" y="32278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4,529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7223760" y="3227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수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5486400" y="36210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12.66 %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7223760" y="36210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 리뷰 비율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486400" y="40142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33,161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7223760" y="40142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product-month 블록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457200" y="4526280"/>
            <a:ext cx="8229600" cy="16459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48640" y="45262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   단일 연도 사용 → 시간 일반화 검증 부재  (한계 항목에서 보완 계획 제시)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보존형 샘플링: Block + User Bridge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랜덤이 아니라 그래프 연결성을 보존하는 단계적 접근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2-2 : Sampling Strategy</a:t>
            </a: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방법 A → 방법 B → User Bridge 3단계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Team CODE Analysis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45720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경희대학교 CODE  |  YelpZip Multi-relation GNN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822960" cy="8686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7373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37160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A — 구조 조건 필터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1371600" y="2103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n_reviews ≥ 20  ·  n_users ≥ 5  ·  단일 상품 ≤ 20%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1,420 blocks  |  코어 노드 48,071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731520" y="260604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822960" cy="8686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6974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137160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B — 층화 균등 추출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1371600" y="3063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25개 활성 층 (year_month × size)에서 균등 추출, 상위 57개 선택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1371600" y="3337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846 blocks  |  코어 노드 35,418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731520" y="356616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" cy="86868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BRIDGE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137160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Bridge — 사용자 관계 보강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1371600" y="40233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코어 사용자의 외부 리뷰 최대 3건 추가 (label 미사용)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1371600" y="4297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+ 11,129 nodes  |  R-U-R coverage 39% → 69%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5852160" y="1737360"/>
            <a:ext cx="2834640" cy="2880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03504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학습 샘플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6035040" y="2194560"/>
            <a:ext cx="2468880" cy="0"/>
          </a:xfrm>
          <a:prstGeom prst="line">
            <a:avLst/>
          </a:prstGeom>
          <a:noFill/>
          <a:ln w="635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035040" y="2304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노드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7360920" y="23042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46,547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6035040" y="26151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└ 코어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7360920" y="26151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35,418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6035040" y="2926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└ Bridge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7360920" y="2926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11,129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035040" y="32369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 비율</a:t>
            </a:r>
            <a:endParaRPr lang="en-US" sz="1000"/>
          </a:p>
        </p:txBody>
      </p:sp>
      <p:sp>
        <p:nvSpPr>
          <p:cNvPr id="39" name="Text 37"/>
          <p:cNvSpPr/>
          <p:nvPr/>
        </p:nvSpPr>
        <p:spPr>
          <a:xfrm>
            <a:off x="7360920" y="32369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12.87%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6035040" y="3547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R-T-R cov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7360920" y="35478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90.26%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6035040" y="3858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R-U-R cov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7360920" y="38587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69.46%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6035040" y="4169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R-S-R cov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7360920" y="41696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82.63%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6362E-9022-8F9B-5F04-B23DE23B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BD9EDF-B181-F1C6-0995-D266168B6A41}"/>
              </a:ext>
            </a:extLst>
          </p:cNvPr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3BF8B1-884D-B00C-5ADD-AB60D0C62960}"/>
              </a:ext>
            </a:extLst>
          </p:cNvPr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Part 2</a:t>
            </a:r>
            <a:endParaRPr lang="en-US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56D05F-78B6-4E39-7803-C94C78A1A477}"/>
              </a:ext>
            </a:extLst>
          </p:cNvPr>
          <p:cNvSpPr/>
          <p:nvPr/>
        </p:nvSpPr>
        <p:spPr>
          <a:xfrm>
            <a:off x="15087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Sampling </a:t>
            </a:r>
            <a:r>
              <a:rPr lang="ko-KR" altLang="en-US" sz="2200" b="1" kern="0" spc="20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보완 논리</a:t>
            </a:r>
            <a:endParaRPr lang="en-US" sz="2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963F2F-491F-631A-63F4-9A2D31B128C8}"/>
              </a:ext>
            </a:extLst>
          </p:cNvPr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Base : </a:t>
            </a:r>
            <a:r>
              <a:rPr lang="en-US" sz="1250" i="1" err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n_reviews</a:t>
            </a:r>
            <a:r>
              <a:rPr 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≥ 20  ·  </a:t>
            </a:r>
            <a:r>
              <a:rPr lang="en-US" sz="1250" i="1" err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n_users</a:t>
            </a:r>
            <a:r>
              <a:rPr 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≥ 5  ·  </a:t>
            </a:r>
            <a:r>
              <a:rPr lang="ko-KR" alt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단일 상품 ≤ </a:t>
            </a:r>
            <a:r>
              <a:rPr lang="en-US" altLang="ko-KR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 / </a:t>
            </a:r>
            <a:r>
              <a:rPr lang="ko-KR" alt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</a:t>
            </a:r>
            <a:r>
              <a:rPr lang="ko-KR" altLang="en-US" sz="1250" i="1" err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임계값으로</a:t>
            </a:r>
            <a:r>
              <a:rPr lang="ko-KR" alt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통계량 비교 검토</a:t>
            </a:r>
            <a:r>
              <a:rPr lang="en-US" altLang="ko-KR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250" i="1">
              <a:solidFill>
                <a:srgbClr val="73737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E576E8-F4D5-F6C6-01A2-60EF709AA311}"/>
              </a:ext>
            </a:extLst>
          </p:cNvPr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3CEDDE-BEFB-AFF7-C5C8-E9BB285E3614}"/>
              </a:ext>
            </a:extLst>
          </p:cNvPr>
          <p:cNvSpPr/>
          <p:nvPr/>
        </p:nvSpPr>
        <p:spPr>
          <a:xfrm>
            <a:off x="457200" y="4800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Source: YelpZip Dataset (2004-2015), Team Analysis</a:t>
            </a:r>
            <a:endParaRPr lang="en-US" sz="85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7005A34-82A9-E48B-1DD4-298670C4DAB1}"/>
              </a:ext>
            </a:extLst>
          </p:cNvPr>
          <p:cNvSpPr/>
          <p:nvPr/>
        </p:nvSpPr>
        <p:spPr>
          <a:xfrm>
            <a:off x="45720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경희대학교 CODE  |  YelpZip Multi-relation GNN</a:t>
            </a:r>
            <a:endParaRPr lang="en-US" sz="85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48EEF43-8008-E17F-EB6B-FF48FC04E2BF}"/>
              </a:ext>
            </a:extLst>
          </p:cNvPr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</a:t>
            </a:r>
            <a:endParaRPr lang="en-US" sz="8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37EB3AB-294D-2CB5-4EA2-DBDAAC95B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770074"/>
              </p:ext>
            </p:extLst>
          </p:nvPr>
        </p:nvGraphicFramePr>
        <p:xfrm>
          <a:off x="281354" y="1362457"/>
          <a:ext cx="6096002" cy="30882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36690648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631052965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1449411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44459664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863914907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98482598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422107958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63686378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112237894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396006527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948953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err="1"/>
                        <a:t>N_reviews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err="1"/>
                        <a:t>N_users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err="1"/>
                        <a:t>Prod_share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err="1"/>
                        <a:t>블록수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err="1"/>
                        <a:t>노드수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가짜비율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RTR COV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RSR COV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RUR</a:t>
                      </a:r>
                      <a:br>
                        <a:rPr lang="en-US" altLang="ko-KR" sz="1000"/>
                      </a:br>
                      <a:r>
                        <a:rPr lang="en-US" altLang="ko-KR" sz="1000"/>
                        <a:t>COV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TOP 1</a:t>
                      </a:r>
                      <a:br>
                        <a:rPr lang="en-US" altLang="ko-KR" sz="1000"/>
                      </a:br>
                      <a:r>
                        <a:rPr lang="en-US" altLang="ko-KR" sz="1000"/>
                        <a:t>Share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8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Loose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4,938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94,477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0.1158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1.0000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0.9948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0.5226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0.0203</a:t>
                      </a:r>
                    </a:p>
                  </a:txBody>
                  <a:tcPr marL="143864" marR="86318" marT="86318" marB="86318" anchor="ctr"/>
                </a:tc>
                <a:extLst>
                  <a:ext uri="{0D108BD9-81ED-4DB2-BD59-A6C34878D82A}">
                    <a16:rowId xmlns:a16="http://schemas.microsoft.com/office/drawing/2014/main" val="3655631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Medium-loose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0.25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2,496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66,004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0.1224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1.0000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0.9968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0.4766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0.0291</a:t>
                      </a:r>
                    </a:p>
                  </a:txBody>
                  <a:tcPr marL="143864" marR="86318" marT="86318" marB="86318" anchor="ctr"/>
                </a:tc>
                <a:extLst>
                  <a:ext uri="{0D108BD9-81ED-4DB2-BD59-A6C34878D82A}">
                    <a16:rowId xmlns:a16="http://schemas.microsoft.com/office/drawing/2014/main" val="3280907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Base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0.20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1,420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48,071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0.1311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1.0000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0.9981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0.4289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0.0400</a:t>
                      </a:r>
                    </a:p>
                  </a:txBody>
                  <a:tcPr marL="143864" marR="86318" marT="86318" marB="86318" anchor="ctr"/>
                </a:tc>
                <a:extLst>
                  <a:ext uri="{0D108BD9-81ED-4DB2-BD59-A6C34878D82A}">
                    <a16:rowId xmlns:a16="http://schemas.microsoft.com/office/drawing/2014/main" val="936859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Medium-strict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0.15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29,116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0.1529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1.0000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0.9991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0.3573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0.0660</a:t>
                      </a:r>
                    </a:p>
                  </a:txBody>
                  <a:tcPr marL="143864" marR="86318" marT="86318" marB="86318" anchor="ctr"/>
                </a:tc>
                <a:extLst>
                  <a:ext uri="{0D108BD9-81ED-4DB2-BD59-A6C34878D82A}">
                    <a16:rowId xmlns:a16="http://schemas.microsoft.com/office/drawing/2014/main" val="164002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Strict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0.10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151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11,467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0.2022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1.0000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0.9993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0.2274</a:t>
                      </a:r>
                    </a:p>
                  </a:txBody>
                  <a:tcPr marL="143864" marR="86318" marT="86318" marB="863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0.0965</a:t>
                      </a:r>
                    </a:p>
                  </a:txBody>
                  <a:tcPr marL="143864" marR="86318" marT="86318" marB="86318" anchor="ctr"/>
                </a:tc>
                <a:extLst>
                  <a:ext uri="{0D108BD9-81ED-4DB2-BD59-A6C34878D82A}">
                    <a16:rowId xmlns:a16="http://schemas.microsoft.com/office/drawing/2014/main" val="1860442049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5135C9C0-1EB1-EA05-32DD-EBDBBAC39381}"/>
              </a:ext>
            </a:extLst>
          </p:cNvPr>
          <p:cNvSpPr/>
          <p:nvPr/>
        </p:nvSpPr>
        <p:spPr>
          <a:xfrm>
            <a:off x="6464574" y="1834896"/>
            <a:ext cx="2497015" cy="56081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5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가짜 비율과 </a:t>
            </a:r>
            <a:r>
              <a:rPr lang="en-US" altLang="ko-KR" sz="125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coverage</a:t>
            </a:r>
            <a:r>
              <a:rPr lang="ko-KR" altLang="en-US" sz="125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일관성 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5DE0E9D-1306-6CEC-4DC5-14FCC634B352}"/>
              </a:ext>
            </a:extLst>
          </p:cNvPr>
          <p:cNvSpPr/>
          <p:nvPr/>
        </p:nvSpPr>
        <p:spPr>
          <a:xfrm>
            <a:off x="6464574" y="2555612"/>
            <a:ext cx="2497015" cy="56081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5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적절한 노드 규모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AE085F2-726E-34B9-2A17-38E2311DFDCA}"/>
              </a:ext>
            </a:extLst>
          </p:cNvPr>
          <p:cNvSpPr/>
          <p:nvPr/>
        </p:nvSpPr>
        <p:spPr>
          <a:xfrm>
            <a:off x="6464574" y="3678102"/>
            <a:ext cx="2497015" cy="56081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5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특성 왜곡 </a:t>
            </a:r>
            <a:r>
              <a:rPr lang="en-US" altLang="ko-KR" sz="125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</a:t>
            </a:r>
          </a:p>
        </p:txBody>
      </p:sp>
      <p:sp>
        <p:nvSpPr>
          <p:cNvPr id="63" name="화살표: 아래쪽 62">
            <a:extLst>
              <a:ext uri="{FF2B5EF4-FFF2-40B4-BE49-F238E27FC236}">
                <a16:creationId xmlns:a16="http://schemas.microsoft.com/office/drawing/2014/main" id="{66CF7B9C-F6EC-97AF-3A3D-7E7E5005B3B1}"/>
              </a:ext>
            </a:extLst>
          </p:cNvPr>
          <p:cNvSpPr/>
          <p:nvPr/>
        </p:nvSpPr>
        <p:spPr>
          <a:xfrm>
            <a:off x="7577999" y="3233082"/>
            <a:ext cx="270163" cy="3691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789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24차원 Hand-crafted Feature — 5개 그룹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고차원 텍스트 임베딩 대신 해석 가능한 변수로 설계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2-3 : Node Feature Design</a:t>
            </a: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도메인 해석 가능성 우선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Team CODE Analysis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45720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경희대학교 CODE  |  YelpZip Multi-relation GNN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16276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1737360"/>
            <a:ext cx="1627632" cy="5029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7373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57200" y="198424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(7)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566928" y="2377440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review_count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avg_rating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rating_std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day_gap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same_day_count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unique_prod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first_review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2148840" y="1737360"/>
            <a:ext cx="16276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148840" y="1737360"/>
            <a:ext cx="1627632" cy="5029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148840" y="17373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2148840" y="198424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(4)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2258568" y="2377440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prod_review_count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prod_avg_rating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prod_rating_std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prod_unique_user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3840480" y="1737360"/>
            <a:ext cx="16276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840480" y="1737360"/>
            <a:ext cx="1627632" cy="5029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840480" y="17373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3840480" y="198424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(3)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3950208" y="2377440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deviation_from_prod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deviation_from_user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rating_is_extreme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5532120" y="1737360"/>
            <a:ext cx="16276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532120" y="1737360"/>
            <a:ext cx="1627632" cy="5029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532120" y="17373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5532120" y="198424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(7)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5641848" y="2377440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char_len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word_count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unique_word_ratio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exclamation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uppercase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digit_ratio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7223760" y="1737360"/>
            <a:ext cx="16276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223760" y="1737360"/>
            <a:ext cx="1627632" cy="5029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223760" y="17373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TIME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7223760" y="198424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(3)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7333488" y="2377440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review_month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review_dayofweek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prod_same_day_count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 ·  StandardScaler 적용  ·  모든 변수가 도메인 해석 가능 → 대시보드 Reason Code와 직접 연결</a:t>
            </a:r>
            <a:endParaRPr lang="en-US" sz="1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600">
                <a:solidFill>
                  <a:srgbClr val="A0A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Model</a:t>
            </a:r>
            <a:endParaRPr lang="en-US" sz="5600"/>
          </a:p>
        </p:txBody>
      </p:sp>
      <p:sp>
        <p:nvSpPr>
          <p:cNvPr id="4" name="Shape 2"/>
          <p:cNvSpPr/>
          <p:nvPr/>
        </p:nvSpPr>
        <p:spPr>
          <a:xfrm>
            <a:off x="548640" y="3429000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4종 Relation Graph · PMP · Partition Aggregation</a:t>
            </a:r>
            <a:endParaRPr lang="en-US"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4종 관계로 가짜 리뷰의 4가지 축을 분리 학습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텍스트는 노드 피처가 아닌 net_utu relation으로 분리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3-1 : Multi-relation Graph Design</a:t>
            </a: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행동·별점·시간·텍스트 4축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Inspired by CARE-GNN (Dou et al., 2020)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45720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경희대학교 CODE  |  YelpZip Multi-relation GNN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196596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 (Axis)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16052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기준 (Edge Condition)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644652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포착하는 Fraud Signal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57200" y="2240280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240280"/>
            <a:ext cx="45720" cy="5669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94360" y="22402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net_upu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1965960" y="22402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4160520" y="22402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user_id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446520" y="22402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작성자 반복 행동 / 일관된 이상 패턴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57200" y="2807208"/>
            <a:ext cx="822960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2807208"/>
            <a:ext cx="45720" cy="5669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280720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net_usu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1965960" y="28072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별점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4160520" y="28072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prod_id + 같은 rating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6446520" y="28072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Rating homophily / 평점 몰아주기·공격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457200" y="3374136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57200" y="3374136"/>
            <a:ext cx="45720" cy="5669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94360" y="337413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net_uvu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1965960" y="337413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4160520" y="337413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prod_id + 같은 month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6446520" y="33741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상품 시간적 burst / 캠페인성 어뷰징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457200" y="3941064"/>
            <a:ext cx="822960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57200" y="3941064"/>
            <a:ext cx="45720" cy="5669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4360" y="394106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net_utu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1965960" y="394106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4160520" y="39410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 n-gram cos ≥ 0.4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6446520" y="39410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재사용 / 복사·붙여넣기 변형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457200" y="4507992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57200" y="45262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 ·  텍스트 임베딩을 노드 피처가 아닌 별도 관계(net_utu)로 분리한 이유 = 관계 정보가 텍스트 암기에 가려지는 것을 방지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PMP 모델 아키텍처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LA-SAGE-S 백본 + Partition Aggregation  ·  1-hop · full_neighbors · 4 relation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3-2 : Architecture</a:t>
            </a: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얕은 GNN + Multi-relation + Partition 전략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Built upon GraphSAGE (Hamilton et al., 2017) + PMP family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45720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경희대학교 CODE  |  YelpZip Multi-relation GNN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  ·  24-dim feature × 46,547 nodes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457200" y="2258568"/>
            <a:ext cx="3931920" cy="11430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304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LASAGESConv  (per relation × 4)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685800" y="258775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A0A0A0"/>
                </a:solidFill>
              </a:rPr>
              <a:t>partition 이웃:  </a:t>
            </a:r>
            <a:endParaRPr lang="en-US" sz="10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fraud  +  benign  +  unknown</a:t>
            </a:r>
            <a:endParaRPr lang="en-US" sz="1000"/>
          </a:p>
          <a:p>
            <a:pPr marL="0" indent="0" algn="ctr">
              <a:buNone/>
            </a:pPr>
            <a:r>
              <a:rPr lang="en-US" sz="300">
                <a:solidFill>
                  <a:srgbClr val="000000"/>
                </a:solidFill>
              </a:rPr>
              <a:t> </a:t>
            </a:r>
            <a:endParaRPr lang="en-US" sz="1000"/>
          </a:p>
          <a:p>
            <a:pPr marL="0" indent="0" algn="ctr">
              <a:buNone/>
            </a:pPr>
            <a:r>
              <a:rPr lang="en-US" sz="950">
                <a:solidFill>
                  <a:srgbClr val="A0A0A0"/>
                </a:solidFill>
              </a:rPr>
              <a:t>h_neigh = f_emb + b_emb + u_emb</a:t>
            </a:r>
            <a:endParaRPr lang="en-US" sz="1000"/>
          </a:p>
          <a:p>
            <a:pPr marL="0" indent="0" algn="ctr">
              <a:buNone/>
            </a:pPr>
            <a:r>
              <a:rPr lang="en-US" sz="950">
                <a:solidFill>
                  <a:srgbClr val="A0A0A0"/>
                </a:solidFill>
              </a:rPr>
              <a:t>h_out   = fc_self(h_self) + h_neigh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457200" y="34198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57200" y="3621024"/>
            <a:ext cx="39319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6210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Concat  4 × 40d → Linear → 40d → Dropout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457200" y="39867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457200" y="4187952"/>
            <a:ext cx="3931920" cy="36576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4187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Conv1d head  →  fraud score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475488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의도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4754880" y="2011680"/>
            <a:ext cx="7315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54880" y="21488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1-hop 얕은 GNN</a:t>
            </a:r>
            <a:endParaRPr lang="en-US" sz="1150"/>
          </a:p>
          <a:p>
            <a:pPr marL="0" indent="0">
              <a:buNone/>
            </a:pPr>
            <a:r>
              <a:rPr lang="en-US" sz="10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over-smoothing 회피, fraud signal 보존</a:t>
            </a:r>
            <a:endParaRPr lang="en-US" sz="1150"/>
          </a:p>
          <a:p>
            <a:pPr marL="0" indent="0">
              <a:buNone/>
            </a:pPr>
            <a:r>
              <a:rPr lang="en-US" sz="30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full_neighbors = True</a:t>
            </a:r>
            <a:endParaRPr lang="en-US" sz="1150"/>
          </a:p>
          <a:p>
            <a:pPr marL="0" indent="0">
              <a:buNone/>
            </a:pPr>
            <a:r>
              <a:rPr lang="en-US" sz="10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sampling 분산 제거, 학습 안정화</a:t>
            </a:r>
            <a:endParaRPr lang="en-US" sz="1150"/>
          </a:p>
          <a:p>
            <a:pPr marL="0" indent="0">
              <a:buNone/>
            </a:pPr>
            <a:r>
              <a:rPr lang="en-US" sz="30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relation_agg = concat</a:t>
            </a:r>
            <a:endParaRPr lang="en-US" sz="1150"/>
          </a:p>
          <a:p>
            <a:pPr marL="0" indent="0">
              <a:buNone/>
            </a:pPr>
            <a:r>
              <a:rPr lang="en-US" sz="10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4개 축 신호를 독립 학습 후 결합</a:t>
            </a:r>
            <a:endParaRPr lang="en-US" sz="1150"/>
          </a:p>
          <a:p>
            <a:pPr marL="0" indent="0">
              <a:buNone/>
            </a:pPr>
            <a:r>
              <a:rPr lang="en-US" sz="30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관계별 hidden = 40d</a:t>
            </a:r>
            <a:endParaRPr lang="en-US" sz="1150"/>
          </a:p>
          <a:p>
            <a:pPr marL="0" indent="0">
              <a:buNone/>
            </a:pPr>
            <a:r>
              <a:rPr lang="en-US" sz="10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160d → 40d 압축, 9.5M 엣지 처리 가능</a:t>
            </a:r>
            <a:endParaRPr lang="en-US" sz="1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이웃을 제거하지 않고 분리해서 사용한다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Camouflage 대응의 핵심: 정상 이웃도 정보, 모르는 이웃도 정보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3-3 : Partition Aggregation</a:t>
            </a: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fraud / benign / unknown 분리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Inspired by PMP-family for camouflage-aware GNN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45720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경희대학교 CODE  |  YelpZip Multi-relation GNN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GNN의 문제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4069080" cy="2377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468880" y="3154680"/>
            <a:ext cx="0" cy="0"/>
          </a:xfrm>
          <a:prstGeom prst="line">
            <a:avLst/>
          </a:prstGeom>
          <a:noFill/>
          <a:ln w="9525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350008" y="2350008"/>
            <a:ext cx="237744" cy="237744"/>
          </a:xfrm>
          <a:prstGeom prst="ellipse">
            <a:avLst/>
          </a:prstGeom>
          <a:solidFill>
            <a:srgbClr val="73737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089207" y="2823884"/>
            <a:ext cx="237744" cy="237744"/>
          </a:xfrm>
          <a:prstGeom prst="ellipse">
            <a:avLst/>
          </a:prstGeom>
          <a:solidFill>
            <a:srgbClr val="73737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806858" y="3590632"/>
            <a:ext cx="237744" cy="237744"/>
          </a:xfrm>
          <a:prstGeom prst="ellipse">
            <a:avLst/>
          </a:prstGeom>
          <a:solidFill>
            <a:srgbClr val="73737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893158" y="3590632"/>
            <a:ext cx="237744" cy="237744"/>
          </a:xfrm>
          <a:prstGeom prst="ellipse">
            <a:avLst/>
          </a:prstGeom>
          <a:solidFill>
            <a:srgbClr val="73737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468880" y="3154680"/>
            <a:ext cx="0" cy="0"/>
          </a:xfrm>
          <a:prstGeom prst="line">
            <a:avLst/>
          </a:prstGeom>
          <a:noFill/>
          <a:ln w="9525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610809" y="2823884"/>
            <a:ext cx="237744" cy="237744"/>
          </a:xfrm>
          <a:prstGeom prst="ellipse">
            <a:avLst/>
          </a:prstGeom>
          <a:solidFill>
            <a:srgbClr val="73737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212848" y="2898648"/>
            <a:ext cx="512064" cy="512064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212848" y="2898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?</a:t>
            </a:r>
            <a:endParaRPr lang="en-US" sz="1800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이웃 평균 → fraud signal 희석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4617720" y="17830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PMP의 해결</a:t>
            </a:r>
            <a:endParaRPr lang="en-US" sz="1300"/>
          </a:p>
        </p:txBody>
      </p:sp>
      <p:sp>
        <p:nvSpPr>
          <p:cNvPr id="28" name="Shape 26"/>
          <p:cNvSpPr/>
          <p:nvPr/>
        </p:nvSpPr>
        <p:spPr>
          <a:xfrm>
            <a:off x="4617720" y="2103120"/>
            <a:ext cx="4069080" cy="2377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846320" y="2331720"/>
            <a:ext cx="11430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120640" y="2514600"/>
            <a:ext cx="201168" cy="2011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486400" y="2651760"/>
            <a:ext cx="201168" cy="2011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257800" y="2880360"/>
            <a:ext cx="201168" cy="201168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4632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fraud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4846320" y="34747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fraud-like 이웃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6053328" y="2331720"/>
            <a:ext cx="11430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327648" y="2514600"/>
            <a:ext cx="201168" cy="201168"/>
          </a:xfrm>
          <a:prstGeom prst="ellipse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693408" y="2651760"/>
            <a:ext cx="201168" cy="201168"/>
          </a:xfrm>
          <a:prstGeom prst="ellipse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464808" y="2880360"/>
            <a:ext cx="201168" cy="201168"/>
          </a:xfrm>
          <a:prstGeom prst="ellipse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053328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benign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6053328" y="34747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benign-like 이웃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7260336" y="2331720"/>
            <a:ext cx="11430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7534656" y="2514600"/>
            <a:ext cx="201168" cy="201168"/>
          </a:xfrm>
          <a:prstGeom prst="ellipse">
            <a:avLst/>
          </a:prstGeom>
          <a:solidFill>
            <a:srgbClr val="7373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7900416" y="2651760"/>
            <a:ext cx="201168" cy="201168"/>
          </a:xfrm>
          <a:prstGeom prst="ellipse">
            <a:avLst/>
          </a:prstGeom>
          <a:solidFill>
            <a:srgbClr val="7373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7671816" y="2880360"/>
            <a:ext cx="201168" cy="201168"/>
          </a:xfrm>
          <a:prstGeom prst="ellipse">
            <a:avLst/>
          </a:prstGeom>
          <a:solidFill>
            <a:srgbClr val="7373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260336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unknown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7260336" y="34747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label 불확실</a:t>
            </a:r>
            <a:endParaRPr lang="en-US" sz="900"/>
          </a:p>
        </p:txBody>
      </p:sp>
      <p:sp>
        <p:nvSpPr>
          <p:cNvPr id="47" name="Text 45"/>
          <p:cNvSpPr/>
          <p:nvPr/>
        </p:nvSpPr>
        <p:spPr>
          <a:xfrm>
            <a:off x="484632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h_neigh = f_emb + b_emb + u_emb</a:t>
            </a:r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48463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partition에 별도 transformation 적용</a:t>
            </a:r>
            <a:endParaRPr lang="en-US" sz="1150"/>
          </a:p>
        </p:txBody>
      </p:sp>
      <p:sp>
        <p:nvSpPr>
          <p:cNvPr id="49" name="Text 47"/>
          <p:cNvSpPr/>
          <p:nvPr/>
        </p:nvSpPr>
        <p:spPr>
          <a:xfrm>
            <a:off x="457200" y="452628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 ·  가짜 리뷰가 위장할수록, 그 위장 패턴 자체가 모델의 추가 단서가 된다</a:t>
            </a:r>
            <a:endParaRPr lang="en-US" sz="1100"/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F1A0B3C-81D0-3BF4-0A96-AD506161BA91}"/>
              </a:ext>
            </a:extLst>
          </p:cNvPr>
          <p:cNvCxnSpPr>
            <a:stCxn id="24" idx="2"/>
            <a:endCxn id="23" idx="6"/>
          </p:cNvCxnSpPr>
          <p:nvPr/>
        </p:nvCxnSpPr>
        <p:spPr>
          <a:xfrm flipH="1" flipV="1">
            <a:off x="1848553" y="2942756"/>
            <a:ext cx="364295" cy="211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8805349-A01C-1D47-25FB-83F3254E1D0B}"/>
              </a:ext>
            </a:extLst>
          </p:cNvPr>
          <p:cNvCxnSpPr>
            <a:endCxn id="15" idx="4"/>
          </p:cNvCxnSpPr>
          <p:nvPr/>
        </p:nvCxnSpPr>
        <p:spPr>
          <a:xfrm flipV="1">
            <a:off x="2468880" y="2587752"/>
            <a:ext cx="0" cy="2926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2CC3B504-B9D6-8CD8-E848-CA80E7DA009B}"/>
              </a:ext>
            </a:extLst>
          </p:cNvPr>
          <p:cNvCxnSpPr>
            <a:endCxn id="17" idx="2"/>
          </p:cNvCxnSpPr>
          <p:nvPr/>
        </p:nvCxnSpPr>
        <p:spPr>
          <a:xfrm flipV="1">
            <a:off x="2724912" y="2942756"/>
            <a:ext cx="364295" cy="211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EDE9AE1-E61F-9649-FCF5-99A59F1870DC}"/>
              </a:ext>
            </a:extLst>
          </p:cNvPr>
          <p:cNvCxnSpPr>
            <a:stCxn id="24" idx="3"/>
            <a:endCxn id="21" idx="7"/>
          </p:cNvCxnSpPr>
          <p:nvPr/>
        </p:nvCxnSpPr>
        <p:spPr>
          <a:xfrm flipH="1">
            <a:off x="2096085" y="3335722"/>
            <a:ext cx="191753" cy="2897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4E842122-2CB1-6F27-5C08-3015BB3B06A2}"/>
              </a:ext>
            </a:extLst>
          </p:cNvPr>
          <p:cNvCxnSpPr>
            <a:stCxn id="24" idx="5"/>
            <a:endCxn id="19" idx="1"/>
          </p:cNvCxnSpPr>
          <p:nvPr/>
        </p:nvCxnSpPr>
        <p:spPr>
          <a:xfrm>
            <a:off x="2649922" y="3335722"/>
            <a:ext cx="191753" cy="2897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Accuracy가 아닌 PR-AUC인가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Focal Loss (불균형) + Pairwise Ranking Loss (ranking 목적 정렬) 결합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3-4 : Loss &amp; Evaluation</a:t>
            </a: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클래스 불균형 + ranking objective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Focal Loss (Lin et al., 2017)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45720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경희대학교 CODE  |  YelpZip Multi-relation GNN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4069080" cy="1280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45720" cy="12801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Focal Loss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64008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쉬운 샘플의 영향력 ↓   어려운 fraud 샘플 ↑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클래스 불균형 (13%) 대응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640080" y="2788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focal_gamma = 2.0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617720" y="1783080"/>
            <a:ext cx="4069080" cy="1280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617720" y="1783080"/>
            <a:ext cx="45720" cy="12801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Pairwise Ranking Loss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480060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fraud score &gt; benign score 강제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80060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PR-AUC ranking 목적과 직접 정렬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800600" y="2788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ranking_alpha = 0.5,  margin = 1.0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8229600" cy="14173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" y="3383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F0F0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Accuracy의 함정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640080" y="3703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 비율 13% → 모두 정상이라 예측해도 Accuracy = 87%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PR-AUC는 positive(가짜) class의 ranking 품질을 직접 평가  ·  불균형에 가장 강건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40080" y="43434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monitor = ap_gnn  (validation AP 기준 early stopping)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600">
                <a:solidFill>
                  <a:srgbClr val="A0A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Results</a:t>
            </a:r>
            <a:endParaRPr lang="en-US" sz="5600"/>
          </a:p>
        </p:txBody>
      </p:sp>
      <p:sp>
        <p:nvSpPr>
          <p:cNvPr id="4" name="Shape 2"/>
          <p:cNvSpPr/>
          <p:nvPr/>
        </p:nvSpPr>
        <p:spPr>
          <a:xfrm>
            <a:off x="548640" y="3429000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PR-AUC 0.6878  ·  4-View Dashboard  ·  Network Visualization</a:t>
            </a:r>
            <a:endParaRPr lang="en-US"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PMP </a:t>
            </a:r>
            <a:r>
              <a:rPr lang="en-US" sz="2200" b="1" kern="0" spc="20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</a:t>
            </a: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200" b="1" kern="0" spc="20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PR-AUC 0.6878  ·  Macro-F1 0.7562  ·  ROC-AUC 0.9059   (best epoch 30, seed 1234)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4-1 : Performance Results</a:t>
            </a: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Validation ↔ Test 일관성 확보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Team CODE Training Log (seed=1234, best epoch 30)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45720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경희대학교 CODE  |  YelpZip Multi-relation GNN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19659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1965960" cy="5486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0000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0.6878</a:t>
            </a:r>
            <a:endParaRPr lang="en-US" sz="3200"/>
          </a:p>
        </p:txBody>
      </p:sp>
      <p:sp>
        <p:nvSpPr>
          <p:cNvPr id="15" name="Text 13"/>
          <p:cNvSpPr/>
          <p:nvPr/>
        </p:nvSpPr>
        <p:spPr>
          <a:xfrm>
            <a:off x="457200" y="2679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PR-AUC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 0.6780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2542032" y="1783080"/>
            <a:ext cx="19659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542032" y="1783080"/>
            <a:ext cx="1965960" cy="54864"/>
          </a:xfrm>
          <a:prstGeom prst="rect">
            <a:avLst/>
          </a:prstGeom>
          <a:solidFill>
            <a:srgbClr val="7373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542032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26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0.7562</a:t>
            </a:r>
            <a:endParaRPr lang="en-US" sz="3200"/>
          </a:p>
        </p:txBody>
      </p:sp>
      <p:sp>
        <p:nvSpPr>
          <p:cNvPr id="20" name="Text 18"/>
          <p:cNvSpPr/>
          <p:nvPr/>
        </p:nvSpPr>
        <p:spPr>
          <a:xfrm>
            <a:off x="2542032" y="2679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Macro-F1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2542032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 0.7506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4626864" y="1783080"/>
            <a:ext cx="19659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26864" y="1783080"/>
            <a:ext cx="1965960" cy="54864"/>
          </a:xfrm>
          <a:prstGeom prst="rect">
            <a:avLst/>
          </a:prstGeom>
          <a:solidFill>
            <a:srgbClr val="7373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626864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26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0.9059</a:t>
            </a:r>
            <a:endParaRPr lang="en-US" sz="3200"/>
          </a:p>
        </p:txBody>
      </p:sp>
      <p:sp>
        <p:nvSpPr>
          <p:cNvPr id="25" name="Text 23"/>
          <p:cNvSpPr/>
          <p:nvPr/>
        </p:nvSpPr>
        <p:spPr>
          <a:xfrm>
            <a:off x="4626864" y="2679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ROC-AUC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4626864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 0.9063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6711696" y="1783080"/>
            <a:ext cx="19659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711696" y="1783080"/>
            <a:ext cx="1965960" cy="54864"/>
          </a:xfrm>
          <a:prstGeom prst="rect">
            <a:avLst/>
          </a:prstGeom>
          <a:solidFill>
            <a:srgbClr val="73737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711696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26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0.5881</a:t>
            </a:r>
            <a:endParaRPr lang="en-US" sz="3200"/>
          </a:p>
        </p:txBody>
      </p:sp>
      <p:sp>
        <p:nvSpPr>
          <p:cNvPr id="30" name="Text 28"/>
          <p:cNvSpPr/>
          <p:nvPr/>
        </p:nvSpPr>
        <p:spPr>
          <a:xfrm>
            <a:off x="6711696" y="2679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Fraud F1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6711696" y="2926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여지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해석</a:t>
            </a:r>
            <a:endParaRPr lang="en-US" sz="1300"/>
          </a:p>
        </p:txBody>
      </p:sp>
      <p:sp>
        <p:nvSpPr>
          <p:cNvPr id="33" name="Shape 31"/>
          <p:cNvSpPr/>
          <p:nvPr/>
        </p:nvSpPr>
        <p:spPr>
          <a:xfrm>
            <a:off x="457200" y="3721608"/>
            <a:ext cx="6400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57200" y="3886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3737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86868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 ↔ Test 차이 0.01 이내 → 과적합 없음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457200" y="4160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3737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86868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ROC-AUC 0.90 vs PR-AUC 0.68 → ROC가 다소 낙관적, PR-AUC가 1차 기준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45720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3737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86868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Fraud F1 0.60 → 자동 차단보다 운영자 검수 보조 시스템으로 적합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Part 4</a:t>
            </a:r>
            <a:endParaRPr lang="en-US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56006" y="477247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200" b="1" kern="0" spc="200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정상</a:t>
            </a:r>
            <a:r>
              <a:rPr lang="en-US" altLang="ko-KR" sz="2200" b="1" kern="0" spc="200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200" b="1" kern="0" spc="200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네트워크와</a:t>
            </a:r>
            <a:r>
              <a:rPr lang="en-US" altLang="ko-KR" sz="2200" b="1" kern="0" spc="200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200" b="1" kern="0" spc="200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사기</a:t>
            </a:r>
            <a:r>
              <a:rPr lang="en-US" altLang="ko-KR" sz="2200" b="1" kern="0" spc="200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200" b="1" kern="0" spc="200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네트워크의</a:t>
            </a:r>
            <a:r>
              <a:rPr lang="en-US" altLang="ko-KR" sz="2200" b="1" kern="0" spc="200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200" b="1" kern="0" spc="200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구조적</a:t>
            </a:r>
            <a:r>
              <a:rPr lang="en-US" altLang="ko-KR" sz="2200" b="1" kern="0" spc="200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200" b="1" kern="0" spc="200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대비</a:t>
            </a:r>
            <a:endParaRPr lang="en-US" sz="2200" kern="0" spc="2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>
              <a:buNone/>
            </a:pPr>
            <a:endParaRPr lang="en-US" sz="2200" b="1" kern="0" spc="200" dirty="0">
              <a:solidFill>
                <a:srgbClr val="26262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877473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</a:t>
            </a:r>
            <a:r>
              <a:rPr 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view</a:t>
            </a:r>
            <a:r>
              <a:rPr lang="ko-KR" alt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</a:t>
            </a:r>
            <a:r>
              <a:rPr 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다음</a:t>
            </a:r>
            <a:r>
              <a:rPr 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세 </a:t>
            </a:r>
            <a:r>
              <a:rPr lang="en-US" sz="1250" i="1" err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layer</a:t>
            </a:r>
            <a:r>
              <a:rPr lang="ko-KR" altLang="en-US" sz="1250" i="1" err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50" i="1" err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합성하여</a:t>
            </a:r>
            <a:r>
              <a:rPr 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50" i="1" err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화면에</a:t>
            </a:r>
            <a:r>
              <a:rPr 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50" i="1" err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표시한다</a:t>
            </a:r>
            <a:r>
              <a:rPr lang="en-US" sz="1250" i="1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32848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4-2 : Dashboard Design</a:t>
            </a:r>
            <a:r>
              <a:rPr lang="en-US" sz="1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100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Streamlit</a:t>
            </a:r>
            <a:r>
              <a:rPr lang="en-US" sz="1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100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</a:t>
            </a:r>
            <a:r>
              <a:rPr lang="en-US" sz="1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MVP </a:t>
            </a:r>
            <a:r>
              <a:rPr lang="en-US" sz="1100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373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endParaRPr lang="en-US" sz="8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98784" y="1665465"/>
            <a:ext cx="6093284" cy="95135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678883A-99A8-383F-F022-82F68AC87936}"/>
              </a:ext>
            </a:extLst>
          </p:cNvPr>
          <p:cNvGrpSpPr/>
          <p:nvPr/>
        </p:nvGrpSpPr>
        <p:grpSpPr>
          <a:xfrm>
            <a:off x="787659" y="1665464"/>
            <a:ext cx="1076442" cy="951353"/>
            <a:chOff x="457200" y="1789619"/>
            <a:chExt cx="1076442" cy="1280160"/>
          </a:xfrm>
        </p:grpSpPr>
        <p:sp>
          <p:nvSpPr>
            <p:cNvPr id="13" name="Shape 11"/>
            <p:cNvSpPr/>
            <p:nvPr/>
          </p:nvSpPr>
          <p:spPr>
            <a:xfrm>
              <a:off x="457200" y="1789619"/>
              <a:ext cx="1076442" cy="1280160"/>
            </a:xfrm>
            <a:prstGeom prst="rect">
              <a:avLst/>
            </a:prstGeom>
            <a:solidFill>
              <a:srgbClr val="000000"/>
            </a:solidFill>
            <a:ln/>
          </p:spPr>
          <p:txBody>
            <a:bodyPr/>
            <a:lstStyle/>
            <a:p>
              <a:endParaRPr lang="ko-KR" altLang="en-US" sz="15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57200" y="1842373"/>
              <a:ext cx="1076442" cy="11922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Layer 1</a:t>
              </a:r>
            </a:p>
          </p:txBody>
        </p:sp>
      </p:grpSp>
      <p:sp>
        <p:nvSpPr>
          <p:cNvPr id="15" name="Text 13"/>
          <p:cNvSpPr/>
          <p:nvPr/>
        </p:nvSpPr>
        <p:spPr>
          <a:xfrm>
            <a:off x="2028679" y="1751629"/>
            <a:ext cx="5948825" cy="30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노드 색상: </a:t>
            </a:r>
            <a:r>
              <a:rPr lang="ko-KR" altLang="en-US" sz="1400" b="1" dirty="0" err="1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fraud</a:t>
            </a:r>
            <a:r>
              <a:rPr lang="ko-KR" altLang="en-US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dirty="0" err="1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score</a:t>
            </a:r>
            <a:r>
              <a:rPr lang="ko-KR" altLang="en-US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0~1에 대해 연속 색상 매핑</a:t>
            </a:r>
            <a:endParaRPr lang="en-US" sz="1400" b="1" dirty="0">
              <a:solidFill>
                <a:srgbClr val="26262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72014" y="2192773"/>
            <a:ext cx="5905490" cy="33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 운영자는 한 눈에 어떤 영역에 </a:t>
            </a:r>
            <a:r>
              <a:rPr lang="ko-KR" altLang="en-US" sz="1400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고위험노드가</a:t>
            </a:r>
            <a:r>
              <a:rPr lang="ko-KR" altLang="en-US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군집을 이루는지 확인.</a:t>
            </a:r>
          </a:p>
        </p:txBody>
      </p:sp>
      <p:sp>
        <p:nvSpPr>
          <p:cNvPr id="19" name="Text 17"/>
          <p:cNvSpPr/>
          <p:nvPr/>
        </p:nvSpPr>
        <p:spPr>
          <a:xfrm>
            <a:off x="4557932" y="1634400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27F53377-62D6-C9E7-C555-655D889E287D}"/>
              </a:ext>
            </a:extLst>
          </p:cNvPr>
          <p:cNvSpPr/>
          <p:nvPr/>
        </p:nvSpPr>
        <p:spPr>
          <a:xfrm>
            <a:off x="255994" y="2624642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4C5752A-DE93-AFDE-11D6-77713A12D6B1}"/>
              </a:ext>
            </a:extLst>
          </p:cNvPr>
          <p:cNvSpPr/>
          <p:nvPr/>
        </p:nvSpPr>
        <p:spPr>
          <a:xfrm>
            <a:off x="1998784" y="2679479"/>
            <a:ext cx="6093284" cy="95135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04834BF-02D0-60F1-DFAE-0721E4245E26}"/>
              </a:ext>
            </a:extLst>
          </p:cNvPr>
          <p:cNvGrpSpPr/>
          <p:nvPr/>
        </p:nvGrpSpPr>
        <p:grpSpPr>
          <a:xfrm>
            <a:off x="787659" y="2679478"/>
            <a:ext cx="1076442" cy="951353"/>
            <a:chOff x="457200" y="1789619"/>
            <a:chExt cx="1076442" cy="1280160"/>
          </a:xfrm>
        </p:grpSpPr>
        <p:sp>
          <p:nvSpPr>
            <p:cNvPr id="25" name="Shape 11">
              <a:extLst>
                <a:ext uri="{FF2B5EF4-FFF2-40B4-BE49-F238E27FC236}">
                  <a16:creationId xmlns:a16="http://schemas.microsoft.com/office/drawing/2014/main" id="{4816096E-1EA6-4ED6-3ADF-DFD37D397787}"/>
                </a:ext>
              </a:extLst>
            </p:cNvPr>
            <p:cNvSpPr/>
            <p:nvPr/>
          </p:nvSpPr>
          <p:spPr>
            <a:xfrm>
              <a:off x="457200" y="1789619"/>
              <a:ext cx="1076442" cy="1280160"/>
            </a:xfrm>
            <a:prstGeom prst="rect">
              <a:avLst/>
            </a:prstGeom>
            <a:solidFill>
              <a:srgbClr val="000000"/>
            </a:solidFill>
            <a:ln/>
          </p:spPr>
          <p:txBody>
            <a:bodyPr/>
            <a:lstStyle/>
            <a:p>
              <a:endParaRPr lang="ko-KR" altLang="en-US" sz="15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6" name="Text 12">
              <a:extLst>
                <a:ext uri="{FF2B5EF4-FFF2-40B4-BE49-F238E27FC236}">
                  <a16:creationId xmlns:a16="http://schemas.microsoft.com/office/drawing/2014/main" id="{8F266718-6DDB-02E3-56FA-942F990A82B2}"/>
                </a:ext>
              </a:extLst>
            </p:cNvPr>
            <p:cNvSpPr/>
            <p:nvPr/>
          </p:nvSpPr>
          <p:spPr>
            <a:xfrm>
              <a:off x="457200" y="1842373"/>
              <a:ext cx="1076442" cy="11922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Layer 2</a:t>
              </a:r>
            </a:p>
          </p:txBody>
        </p:sp>
      </p:grpSp>
      <p:sp>
        <p:nvSpPr>
          <p:cNvPr id="27" name="Text 13">
            <a:extLst>
              <a:ext uri="{FF2B5EF4-FFF2-40B4-BE49-F238E27FC236}">
                <a16:creationId xmlns:a16="http://schemas.microsoft.com/office/drawing/2014/main" id="{E4EA1AD7-4F4F-0B48-4D7A-5957E1AAB5DC}"/>
              </a:ext>
            </a:extLst>
          </p:cNvPr>
          <p:cNvSpPr/>
          <p:nvPr/>
        </p:nvSpPr>
        <p:spPr>
          <a:xfrm>
            <a:off x="2028679" y="2809838"/>
            <a:ext cx="5948825" cy="30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en-US" altLang="ko-KR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Partition </a:t>
            </a:r>
            <a:r>
              <a:rPr lang="ko-KR" altLang="en-US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표시</a:t>
            </a:r>
            <a:r>
              <a:rPr lang="en-US" altLang="ko-KR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PMP</a:t>
            </a:r>
            <a:r>
              <a:rPr lang="ko-KR" altLang="en-US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altLang="ko-KR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fraud/benign/unknown </a:t>
            </a:r>
            <a:r>
              <a:rPr lang="ko-KR" altLang="en-US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분류 결과를 색상으로 표시</a:t>
            </a:r>
          </a:p>
          <a:p>
            <a:endParaRPr lang="en-US" sz="1400" b="1" dirty="0">
              <a:solidFill>
                <a:srgbClr val="26262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FD080209-ED2D-9A82-567E-318A51F1B84F}"/>
              </a:ext>
            </a:extLst>
          </p:cNvPr>
          <p:cNvSpPr/>
          <p:nvPr/>
        </p:nvSpPr>
        <p:spPr>
          <a:xfrm>
            <a:off x="2072014" y="3206787"/>
            <a:ext cx="5905490" cy="33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 </a:t>
            </a:r>
            <a:r>
              <a:rPr lang="en-US" altLang="ko-KR" sz="1400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Partiton</a:t>
            </a:r>
            <a:r>
              <a:rPr lang="en-US" altLang="ko-KR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aggregation </a:t>
            </a:r>
            <a:r>
              <a:rPr lang="ko-KR" altLang="en-US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동작을 시각적으로 드러내는 핵심요소</a:t>
            </a:r>
            <a:r>
              <a:rPr lang="en-US" altLang="ko-KR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  <a:p>
            <a:endParaRPr lang="ko-KR" altLang="en-US" sz="1400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87892088-6C6E-7335-4F41-7CBB53102E8F}"/>
              </a:ext>
            </a:extLst>
          </p:cNvPr>
          <p:cNvSpPr/>
          <p:nvPr/>
        </p:nvSpPr>
        <p:spPr>
          <a:xfrm>
            <a:off x="4557932" y="2671922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1A017D06-195A-3AC0-1DAA-4923F3F81FFC}"/>
              </a:ext>
            </a:extLst>
          </p:cNvPr>
          <p:cNvSpPr/>
          <p:nvPr/>
        </p:nvSpPr>
        <p:spPr>
          <a:xfrm>
            <a:off x="1998784" y="3703815"/>
            <a:ext cx="6093284" cy="95135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E8CD156-F10E-C8E9-D177-D55208797ACF}"/>
              </a:ext>
            </a:extLst>
          </p:cNvPr>
          <p:cNvGrpSpPr/>
          <p:nvPr/>
        </p:nvGrpSpPr>
        <p:grpSpPr>
          <a:xfrm>
            <a:off x="787659" y="3703814"/>
            <a:ext cx="1076442" cy="951353"/>
            <a:chOff x="457200" y="1789619"/>
            <a:chExt cx="1076442" cy="1280160"/>
          </a:xfrm>
        </p:grpSpPr>
        <p:sp>
          <p:nvSpPr>
            <p:cNvPr id="39" name="Shape 11">
              <a:extLst>
                <a:ext uri="{FF2B5EF4-FFF2-40B4-BE49-F238E27FC236}">
                  <a16:creationId xmlns:a16="http://schemas.microsoft.com/office/drawing/2014/main" id="{DCAE09F7-A4F0-8422-8364-018D4E87E69B}"/>
                </a:ext>
              </a:extLst>
            </p:cNvPr>
            <p:cNvSpPr/>
            <p:nvPr/>
          </p:nvSpPr>
          <p:spPr>
            <a:xfrm>
              <a:off x="457200" y="1789619"/>
              <a:ext cx="1076442" cy="1280160"/>
            </a:xfrm>
            <a:prstGeom prst="rect">
              <a:avLst/>
            </a:prstGeom>
            <a:solidFill>
              <a:srgbClr val="000000"/>
            </a:solidFill>
            <a:ln/>
          </p:spPr>
          <p:txBody>
            <a:bodyPr/>
            <a:lstStyle/>
            <a:p>
              <a:endParaRPr lang="ko-KR" altLang="en-US" sz="15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1" name="Text 12">
              <a:extLst>
                <a:ext uri="{FF2B5EF4-FFF2-40B4-BE49-F238E27FC236}">
                  <a16:creationId xmlns:a16="http://schemas.microsoft.com/office/drawing/2014/main" id="{2733F7CA-745F-FBCF-426D-8D0A974EACFC}"/>
                </a:ext>
              </a:extLst>
            </p:cNvPr>
            <p:cNvSpPr/>
            <p:nvPr/>
          </p:nvSpPr>
          <p:spPr>
            <a:xfrm>
              <a:off x="457200" y="1842373"/>
              <a:ext cx="1076442" cy="11922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Layer 3</a:t>
              </a:r>
            </a:p>
          </p:txBody>
        </p:sp>
      </p:grpSp>
      <p:sp>
        <p:nvSpPr>
          <p:cNvPr id="43" name="Text 13">
            <a:extLst>
              <a:ext uri="{FF2B5EF4-FFF2-40B4-BE49-F238E27FC236}">
                <a16:creationId xmlns:a16="http://schemas.microsoft.com/office/drawing/2014/main" id="{DF89F0BA-C74D-2FAB-8844-2D962F3BA143}"/>
              </a:ext>
            </a:extLst>
          </p:cNvPr>
          <p:cNvSpPr/>
          <p:nvPr/>
        </p:nvSpPr>
        <p:spPr>
          <a:xfrm>
            <a:off x="2028679" y="3842092"/>
            <a:ext cx="5948825" cy="30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400" b="1" dirty="0" err="1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엣지</a:t>
            </a:r>
            <a:r>
              <a:rPr lang="ko-KR" altLang="en-US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종류</a:t>
            </a:r>
            <a:r>
              <a:rPr lang="en-US" altLang="ko-KR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</a:t>
            </a:r>
            <a:r>
              <a:rPr lang="ko-KR" altLang="en-US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 </a:t>
            </a:r>
            <a:r>
              <a:rPr lang="en-US" altLang="ko-KR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relation</a:t>
            </a:r>
            <a:r>
              <a:rPr lang="ko-KR" altLang="en-US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서로 다른 색</a:t>
            </a:r>
            <a:r>
              <a:rPr lang="en-US" altLang="ko-KR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점선</a:t>
            </a:r>
            <a:r>
              <a:rPr lang="en-US" altLang="ko-KR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400" b="1" dirty="0">
                <a:solidFill>
                  <a:srgbClr val="26262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실선 으로 구분한다</a:t>
            </a:r>
          </a:p>
          <a:p>
            <a:endParaRPr lang="en-US" sz="1400" b="1" dirty="0">
              <a:solidFill>
                <a:srgbClr val="26262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53CE7CFA-2E06-148C-C015-0E129AAA5DAA}"/>
              </a:ext>
            </a:extLst>
          </p:cNvPr>
          <p:cNvSpPr/>
          <p:nvPr/>
        </p:nvSpPr>
        <p:spPr>
          <a:xfrm>
            <a:off x="2072014" y="4153670"/>
            <a:ext cx="5905490" cy="4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 </a:t>
            </a:r>
            <a:r>
              <a:rPr lang="en-US" altLang="ko-KR" sz="1400" b="1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net_upu</a:t>
            </a:r>
            <a:r>
              <a:rPr lang="en-US" altLang="ko-KR" sz="14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</a:t>
            </a:r>
            <a:r>
              <a:rPr lang="ko-KR" altLang="en-US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 사용자의 반복 행동</a:t>
            </a:r>
            <a:br>
              <a:rPr lang="en-US" altLang="ko-KR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sz="1400" b="1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net_uvu</a:t>
            </a:r>
            <a:r>
              <a:rPr lang="en-US" altLang="ko-KR" sz="14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</a:t>
            </a:r>
            <a:r>
              <a:rPr lang="ko-KR" altLang="en-US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시간적 </a:t>
            </a:r>
            <a:r>
              <a:rPr lang="en-US" altLang="ko-KR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burst</a:t>
            </a:r>
            <a:r>
              <a:rPr lang="ko-KR" altLang="en-US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임을 즉시 식별 가능</a:t>
            </a:r>
            <a:r>
              <a:rPr lang="en-US" altLang="ko-KR" sz="14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endParaRPr lang="ko-KR" altLang="en-US" sz="1400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E1FA36E1-5D56-3688-3488-DE2A00819C00}"/>
              </a:ext>
            </a:extLst>
          </p:cNvPr>
          <p:cNvSpPr/>
          <p:nvPr/>
        </p:nvSpPr>
        <p:spPr>
          <a:xfrm>
            <a:off x="4557932" y="3821430"/>
            <a:ext cx="594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네트워크와 사기 네트워크의 구조적 대비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밀도 · 엣지 구성 · partition 분포가 서로 다르게 나타난다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4-3 : Network Visualization</a:t>
            </a: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Normal vs Fraud </a:t>
            </a:r>
            <a:r>
              <a:rPr lang="en-US" sz="1100" err="1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시각적</a:t>
            </a:r>
            <a:r>
              <a:rPr 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850"/>
          </a:p>
        </p:txBody>
      </p:sp>
      <p:sp>
        <p:nvSpPr>
          <p:cNvPr id="77" name="Shape 75"/>
          <p:cNvSpPr/>
          <p:nvPr/>
        </p:nvSpPr>
        <p:spPr>
          <a:xfrm>
            <a:off x="457200" y="4791457"/>
            <a:ext cx="82296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737373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457200" y="4791457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i="1">
                <a:solidFill>
                  <a:srgbClr val="FF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여기에 대시보드 링크</a:t>
            </a:r>
            <a:r>
              <a:rPr lang="en-US" altLang="ko-KR" sz="1000" b="1" i="1">
                <a:solidFill>
                  <a:srgbClr val="FF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000" b="1">
              <a:solidFill>
                <a:srgbClr val="FF0000"/>
              </a:solidFill>
            </a:endParaRP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72CACFD7-93A5-4DC5-0B0F-CE63ADD8F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791" y="1594171"/>
            <a:ext cx="2984809" cy="3095892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2EA5ADE6-7B14-0885-FA0A-2E94537FB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49" y="1594170"/>
            <a:ext cx="2984809" cy="309589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600">
                <a:solidFill>
                  <a:srgbClr val="A0A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5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Wrap Up</a:t>
            </a:r>
            <a:endParaRPr lang="en-US" sz="5600"/>
          </a:p>
        </p:txBody>
      </p:sp>
      <p:sp>
        <p:nvSpPr>
          <p:cNvPr id="4" name="Shape 2"/>
          <p:cNvSpPr/>
          <p:nvPr/>
        </p:nvSpPr>
        <p:spPr>
          <a:xfrm>
            <a:off x="548640" y="3429000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r>
              <a:rPr lang="en-US" sz="1700" dirty="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</a:t>
            </a:r>
            <a:r>
              <a:rPr lang="en-US" sz="1700" dirty="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방안</a:t>
            </a:r>
            <a:r>
              <a:rPr lang="en-US" sz="1700" dirty="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 </a:t>
            </a:r>
            <a:r>
              <a:rPr lang="en-US" sz="1700" dirty="0" err="1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r>
              <a:rPr lang="en-US" sz="1700" dirty="0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B0B0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인정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5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150876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200" b="1" kern="0" spc="20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</a:t>
            </a: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200" b="1" kern="0" spc="20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방안과</a:t>
            </a: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200" b="1" kern="0" spc="20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r>
              <a:rPr lang="en-US" sz="2200" b="1" kern="0" spc="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200" b="1" kern="0" spc="20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인정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i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대시보드를 활용한 </a:t>
            </a:r>
            <a:r>
              <a:rPr lang="en-US" altLang="ko-KR" sz="1250" i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50" i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실무적 활용 방안 검토</a:t>
            </a:r>
            <a:endParaRPr lang="en-US" sz="1250" i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5-1 : Use Cases &amp; Limits</a:t>
            </a:r>
            <a:r>
              <a:rPr lang="en-US" sz="1100" dirty="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</a:t>
            </a:r>
            <a:r>
              <a:rPr lang="en-US" sz="1100" dirty="0" err="1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실효성과</a:t>
            </a:r>
            <a:r>
              <a:rPr lang="en-US" sz="1100" dirty="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정직성</a:t>
            </a:r>
            <a:r>
              <a:rPr lang="en-US" sz="1100" dirty="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</a:t>
            </a:r>
            <a:r>
              <a:rPr lang="en-US" sz="1100" dirty="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Team CODE Strategic Analysis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45720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경희대학교 CODE  |  YelpZip Multi-relation GNN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8229600" y="4956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406908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1783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활용 방안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91440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검수 </a:t>
            </a:r>
            <a:r>
              <a:rPr lang="ko-KR" altLang="en-US" sz="110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트리아지</a:t>
            </a: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— PR </a:t>
            </a: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곡선 기반 </a:t>
            </a:r>
            <a:r>
              <a:rPr lang="ko-KR" altLang="en-US" sz="110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임계값</a:t>
            </a: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정책</a:t>
            </a:r>
            <a:endParaRPr lang="en-US" sz="11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290346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 뷰 </a:t>
            </a:r>
            <a:r>
              <a:rPr lang="en-US" altLang="ko-KR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— R-U-R </a:t>
            </a: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클러스터 기반 연쇄 탐지</a:t>
            </a:r>
            <a:endParaRPr lang="en-US" sz="11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3737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57200" y="290346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3737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457200" y="352093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3737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919232" y="3520933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임베딩</a:t>
            </a: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0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산점도</a:t>
            </a: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— </a:t>
            </a: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경계 노드 레이블링 후보 선정</a:t>
            </a:r>
            <a:endParaRPr lang="en-US" sz="11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17720" y="1783080"/>
            <a:ext cx="4069080" cy="36576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00600" y="1783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r>
              <a:rPr lang="en-US" sz="1200" b="1" kern="0" spc="3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kern="0" spc="30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인정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4617720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3737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5074920" y="2282261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성능 절대치 </a:t>
            </a:r>
            <a:r>
              <a:rPr lang="en-US" altLang="ko-KR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Fraud F1 0.59, Precision 50% (</a:t>
            </a: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 차단 부족</a:t>
            </a:r>
            <a:r>
              <a:rPr lang="en-US" altLang="ko-KR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1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17720" y="2901515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3737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5074920" y="2915647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안정성 </a:t>
            </a:r>
            <a:r>
              <a:rPr lang="en-US" altLang="ko-KR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Ranking Loss </a:t>
            </a:r>
            <a:r>
              <a:rPr lang="ko-KR" alt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폭주 </a:t>
            </a:r>
            <a:r>
              <a:rPr lang="en-US" altLang="ko-KR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(epoch 43~46) </a:t>
            </a:r>
            <a:br>
              <a:rPr lang="en-US" altLang="ko-KR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altLang="ko-KR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+ </a:t>
            </a:r>
            <a:r>
              <a:rPr lang="ko-KR" alt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</a:t>
            </a:r>
            <a:r>
              <a:rPr lang="en-US" altLang="ko-KR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</a:t>
            </a:r>
            <a:r>
              <a:rPr lang="ko-KR" altLang="en-US" sz="1100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분산 </a:t>
            </a:r>
            <a:r>
              <a:rPr lang="ko-KR" altLang="en-US" sz="1100" err="1">
                <a:solidFill>
                  <a:srgbClr val="404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미측정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4617720" y="351703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3737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5074920" y="354903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범위 </a:t>
            </a:r>
            <a:r>
              <a:rPr lang="en-US" altLang="ko-KR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2014 </a:t>
            </a: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단일 연도 일반화 </a:t>
            </a:r>
            <a:r>
              <a:rPr lang="ko-KR" altLang="en-US" sz="110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미검증</a:t>
            </a: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</a:t>
            </a:r>
            <a:r>
              <a:rPr lang="ko-KR" altLang="en-US" sz="11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소규모 블록 누락</a:t>
            </a:r>
            <a:endParaRPr lang="en-US" sz="11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40080" y="42062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A0A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우리의 메시지</a:t>
            </a:r>
            <a:endParaRPr lang="en-US" sz="900"/>
          </a:p>
        </p:txBody>
      </p:sp>
      <p:sp>
        <p:nvSpPr>
          <p:cNvPr id="36" name="Text 34"/>
          <p:cNvSpPr/>
          <p:nvPr/>
        </p:nvSpPr>
        <p:spPr>
          <a:xfrm>
            <a:off x="640080" y="44074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</a:t>
            </a: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리뷰를</a:t>
            </a: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텍스트가</a:t>
            </a: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아니라</a:t>
            </a: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</a:t>
            </a: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구조로</a:t>
            </a: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</a:t>
            </a: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정의했고</a:t>
            </a: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 </a:t>
            </a: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</a:t>
            </a: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보조</a:t>
            </a: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시스템으로</a:t>
            </a: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</a:t>
            </a: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</a:t>
            </a:r>
            <a:r>
              <a:rPr lang="en-US" sz="1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가능하다</a:t>
            </a:r>
            <a:endParaRPr lang="en-US"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b="1" kern="0" spc="800">
                <a:solidFill>
                  <a:srgbClr val="00000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Q &amp; A</a:t>
            </a:r>
            <a:endParaRPr lang="en-US" sz="10000"/>
          </a:p>
        </p:txBody>
      </p:sp>
      <p:sp>
        <p:nvSpPr>
          <p:cNvPr id="3" name="Shape 1"/>
          <p:cNvSpPr/>
          <p:nvPr/>
        </p:nvSpPr>
        <p:spPr>
          <a:xfrm>
            <a:off x="3931920" y="2743200"/>
            <a:ext cx="12801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경희대학교 CODE   ·   강동균  ·  김형민  ·  이동현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1933</Words>
  <Application>Microsoft Office PowerPoint</Application>
  <PresentationFormat>화면 슬라이드 쇼(16:9)</PresentationFormat>
  <Paragraphs>443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Pretendard</vt:lpstr>
      <vt:lpstr>Pretendard Black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YelpZip Multi-relation GNN 가짜 리뷰 탐지</dc:title>
  <dc:subject>PptxGenJS Presentation</dc:subject>
  <dc:creator>CODE (강동균, 김형민, 이동현)</dc:creator>
  <cp:lastModifiedBy>동현 이</cp:lastModifiedBy>
  <cp:revision>1</cp:revision>
  <dcterms:created xsi:type="dcterms:W3CDTF">2026-05-20T02:03:09Z</dcterms:created>
  <dcterms:modified xsi:type="dcterms:W3CDTF">2026-05-21T12:50:05Z</dcterms:modified>
</cp:coreProperties>
</file>